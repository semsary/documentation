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58" userDrawn="1">
          <p15:clr>
            <a:srgbClr val="A4A3A4"/>
          </p15:clr>
        </p15:guide>
        <p15:guide id="2" pos="218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58"/>
        <p:guide pos="218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02920" y="310896"/>
            <a:ext cx="9052560" cy="12435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2920" y="1787652"/>
            <a:ext cx="9052560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8" Type="http://schemas.openxmlformats.org/officeDocument/2006/relationships/slideLayout" Target="../slideLayouts/slideLayout5.xml"/><Relationship Id="rId37" Type="http://schemas.openxmlformats.org/officeDocument/2006/relationships/image" Target="../media/image37.png"/><Relationship Id="rId36" Type="http://schemas.openxmlformats.org/officeDocument/2006/relationships/image" Target="../media/image36.png"/><Relationship Id="rId35" Type="http://schemas.openxmlformats.org/officeDocument/2006/relationships/image" Target="../media/image35.png"/><Relationship Id="rId34" Type="http://schemas.openxmlformats.org/officeDocument/2006/relationships/image" Target="../media/image34.png"/><Relationship Id="rId33" Type="http://schemas.openxmlformats.org/officeDocument/2006/relationships/image" Target="../media/image33.png"/><Relationship Id="rId32" Type="http://schemas.openxmlformats.org/officeDocument/2006/relationships/image" Target="../media/image32.png"/><Relationship Id="rId31" Type="http://schemas.openxmlformats.org/officeDocument/2006/relationships/image" Target="../media/image31.png"/><Relationship Id="rId30" Type="http://schemas.openxmlformats.org/officeDocument/2006/relationships/image" Target="../media/image30.png"/><Relationship Id="rId3" Type="http://schemas.openxmlformats.org/officeDocument/2006/relationships/image" Target="../media/image3.png"/><Relationship Id="rId29" Type="http://schemas.openxmlformats.org/officeDocument/2006/relationships/image" Target="../media/image29.png"/><Relationship Id="rId28" Type="http://schemas.openxmlformats.org/officeDocument/2006/relationships/image" Target="../media/image28.png"/><Relationship Id="rId27" Type="http://schemas.openxmlformats.org/officeDocument/2006/relationships/image" Target="../media/image27.png"/><Relationship Id="rId26" Type="http://schemas.openxmlformats.org/officeDocument/2006/relationships/image" Target="../media/image26.png"/><Relationship Id="rId25" Type="http://schemas.openxmlformats.org/officeDocument/2006/relationships/image" Target="../media/image25.png"/><Relationship Id="rId24" Type="http://schemas.openxmlformats.org/officeDocument/2006/relationships/image" Target="../media/image24.png"/><Relationship Id="rId23" Type="http://schemas.openxmlformats.org/officeDocument/2006/relationships/image" Target="../media/image23.png"/><Relationship Id="rId22" Type="http://schemas.openxmlformats.org/officeDocument/2006/relationships/image" Target="../media/image22.png"/><Relationship Id="rId21" Type="http://schemas.openxmlformats.org/officeDocument/2006/relationships/image" Target="../media/image21.png"/><Relationship Id="rId20" Type="http://schemas.openxmlformats.org/officeDocument/2006/relationships/image" Target="../media/image20.png"/><Relationship Id="rId2" Type="http://schemas.openxmlformats.org/officeDocument/2006/relationships/image" Target="../media/image2.png"/><Relationship Id="rId19" Type="http://schemas.openxmlformats.org/officeDocument/2006/relationships/image" Target="../media/image19.png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1368" y="461067"/>
            <a:ext cx="104775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25" dirty="0">
                <a:latin typeface="Gadugi" panose="020B0502040204020203"/>
                <a:cs typeface="Gadugi" panose="020B0502040204020203"/>
              </a:rPr>
              <a:t>ID</a:t>
            </a:r>
            <a:endParaRPr sz="65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7615" y="461067"/>
            <a:ext cx="427990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dirty="0">
                <a:latin typeface="Gadugi" panose="020B0502040204020203"/>
                <a:cs typeface="Gadugi" panose="020B0502040204020203"/>
              </a:rPr>
              <a:t>Task </a:t>
            </a:r>
            <a:r>
              <a:rPr sz="650" spc="-20" dirty="0">
                <a:latin typeface="Gadugi" panose="020B0502040204020203"/>
                <a:cs typeface="Gadugi" panose="020B0502040204020203"/>
              </a:rPr>
              <a:t>Name</a:t>
            </a:r>
            <a:endParaRPr sz="65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7943" y="682048"/>
            <a:ext cx="70485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50" dirty="0">
                <a:latin typeface="Gadugi" panose="020B0502040204020203"/>
                <a:cs typeface="Gadugi" panose="020B0502040204020203"/>
              </a:rPr>
              <a:t>1</a:t>
            </a:r>
            <a:endParaRPr sz="65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46760" y="684275"/>
            <a:ext cx="2042160" cy="204470"/>
          </a:xfrm>
          <a:custGeom>
            <a:avLst/>
            <a:gdLst/>
            <a:ahLst/>
            <a:cxnLst/>
            <a:rect l="l" t="t" r="r" b="b"/>
            <a:pathLst>
              <a:path w="2042160" h="204469">
                <a:moveTo>
                  <a:pt x="2042159" y="204216"/>
                </a:moveTo>
                <a:lnTo>
                  <a:pt x="0" y="204216"/>
                </a:lnTo>
                <a:lnTo>
                  <a:pt x="0" y="0"/>
                </a:lnTo>
                <a:lnTo>
                  <a:pt x="2042159" y="0"/>
                </a:lnTo>
                <a:lnTo>
                  <a:pt x="2042159" y="204216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67598" y="669629"/>
            <a:ext cx="861060" cy="179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b="1" dirty="0">
                <a:latin typeface="Calibri" panose="020F0502020204030204"/>
                <a:cs typeface="Calibri" panose="020F0502020204030204"/>
              </a:rPr>
              <a:t>Initiation</a:t>
            </a:r>
            <a:r>
              <a:rPr sz="1000" b="1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b="1" spc="-10" dirty="0">
                <a:latin typeface="Calibri" panose="020F0502020204030204"/>
                <a:cs typeface="Calibri" panose="020F0502020204030204"/>
              </a:rPr>
              <a:t>Phase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7943" y="886264"/>
            <a:ext cx="70485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50" dirty="0">
                <a:latin typeface="Gadugi" panose="020B0502040204020203"/>
                <a:cs typeface="Gadugi" panose="020B0502040204020203"/>
              </a:rPr>
              <a:t>2</a:t>
            </a:r>
            <a:endParaRPr sz="65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1237" y="875388"/>
            <a:ext cx="989330" cy="146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latin typeface="Calibri" panose="020F0502020204030204"/>
                <a:cs typeface="Calibri" panose="020F0502020204030204"/>
              </a:rPr>
              <a:t>Project </a:t>
            </a:r>
            <a:r>
              <a:rPr sz="800" spc="-10" dirty="0">
                <a:latin typeface="Calibri" panose="020F0502020204030204"/>
                <a:cs typeface="Calibri" panose="020F0502020204030204"/>
              </a:rPr>
              <a:t>Kickoff</a:t>
            </a:r>
            <a:r>
              <a:rPr sz="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800" spc="-10" dirty="0">
                <a:latin typeface="Calibri" panose="020F0502020204030204"/>
                <a:cs typeface="Calibri" panose="020F0502020204030204"/>
              </a:rPr>
              <a:t>Meeting</a:t>
            </a:r>
            <a:endParaRPr sz="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7943" y="1063048"/>
            <a:ext cx="70485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50" dirty="0">
                <a:latin typeface="Gadugi" panose="020B0502040204020203"/>
                <a:cs typeface="Gadugi" panose="020B0502040204020203"/>
              </a:rPr>
              <a:t>3</a:t>
            </a:r>
            <a:endParaRPr sz="65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71237" y="1052178"/>
            <a:ext cx="937894" cy="146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latin typeface="Calibri" panose="020F0502020204030204"/>
                <a:cs typeface="Calibri" panose="020F0502020204030204"/>
              </a:rPr>
              <a:t>Communication</a:t>
            </a:r>
            <a:r>
              <a:rPr sz="8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800" spc="-20" dirty="0">
                <a:latin typeface="Calibri" panose="020F0502020204030204"/>
                <a:cs typeface="Calibri" panose="020F0502020204030204"/>
              </a:rPr>
              <a:t>Setup</a:t>
            </a:r>
            <a:endParaRPr sz="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7943" y="1239831"/>
            <a:ext cx="70485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50" dirty="0">
                <a:latin typeface="Gadugi" panose="020B0502040204020203"/>
                <a:cs typeface="Gadugi" panose="020B0502040204020203"/>
              </a:rPr>
              <a:t>4</a:t>
            </a:r>
            <a:endParaRPr sz="65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71237" y="1228917"/>
            <a:ext cx="946785" cy="146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latin typeface="Calibri" panose="020F0502020204030204"/>
                <a:cs typeface="Calibri" panose="020F0502020204030204"/>
              </a:rPr>
              <a:t>Information</a:t>
            </a:r>
            <a:r>
              <a:rPr sz="80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800" spc="-10" dirty="0">
                <a:latin typeface="Calibri" panose="020F0502020204030204"/>
                <a:cs typeface="Calibri" panose="020F0502020204030204"/>
              </a:rPr>
              <a:t>Gathering</a:t>
            </a:r>
            <a:endParaRPr sz="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7943" y="1415092"/>
            <a:ext cx="70485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50" dirty="0">
                <a:latin typeface="Gadugi" panose="020B0502040204020203"/>
                <a:cs typeface="Gadugi" panose="020B0502040204020203"/>
              </a:rPr>
              <a:t>5</a:t>
            </a:r>
            <a:endParaRPr sz="65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71237" y="1404178"/>
            <a:ext cx="949960" cy="146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latin typeface="Calibri" panose="020F0502020204030204"/>
                <a:cs typeface="Calibri" panose="020F0502020204030204"/>
              </a:rPr>
              <a:t>Initial</a:t>
            </a:r>
            <a:r>
              <a:rPr sz="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800" dirty="0">
                <a:latin typeface="Calibri" panose="020F0502020204030204"/>
                <a:cs typeface="Calibri" panose="020F0502020204030204"/>
              </a:rPr>
              <a:t>Risk </a:t>
            </a:r>
            <a:r>
              <a:rPr sz="800" spc="-10" dirty="0">
                <a:latin typeface="Calibri" panose="020F0502020204030204"/>
                <a:cs typeface="Calibri" panose="020F0502020204030204"/>
              </a:rPr>
              <a:t>Assessment</a:t>
            </a:r>
            <a:endParaRPr sz="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67943" y="1591875"/>
            <a:ext cx="70485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50" dirty="0">
                <a:latin typeface="Gadugi" panose="020B0502040204020203"/>
                <a:cs typeface="Gadugi" panose="020B0502040204020203"/>
              </a:rPr>
              <a:t>6</a:t>
            </a:r>
            <a:endParaRPr sz="65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71237" y="1580967"/>
            <a:ext cx="990600" cy="146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latin typeface="Calibri" panose="020F0502020204030204"/>
                <a:cs typeface="Calibri" panose="020F0502020204030204"/>
              </a:rPr>
              <a:t>Initiation</a:t>
            </a:r>
            <a:r>
              <a:rPr sz="8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800" spc="-10" dirty="0">
                <a:latin typeface="Calibri" panose="020F0502020204030204"/>
                <a:cs typeface="Calibri" panose="020F0502020204030204"/>
              </a:rPr>
              <a:t>Phase</a:t>
            </a:r>
            <a:r>
              <a:rPr sz="8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800" spc="-10" dirty="0">
                <a:latin typeface="Calibri" panose="020F0502020204030204"/>
                <a:cs typeface="Calibri" panose="020F0502020204030204"/>
              </a:rPr>
              <a:t>Finalize</a:t>
            </a:r>
            <a:endParaRPr sz="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67943" y="1768660"/>
            <a:ext cx="70485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50" dirty="0">
                <a:latin typeface="Gadugi" panose="020B0502040204020203"/>
                <a:cs typeface="Gadugi" panose="020B0502040204020203"/>
              </a:rPr>
              <a:t>7</a:t>
            </a:r>
            <a:endParaRPr sz="65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46760" y="1770888"/>
            <a:ext cx="2042160" cy="204470"/>
          </a:xfrm>
          <a:custGeom>
            <a:avLst/>
            <a:gdLst/>
            <a:ahLst/>
            <a:cxnLst/>
            <a:rect l="l" t="t" r="r" b="b"/>
            <a:pathLst>
              <a:path w="2042160" h="204469">
                <a:moveTo>
                  <a:pt x="2042159" y="204216"/>
                </a:moveTo>
                <a:lnTo>
                  <a:pt x="0" y="204216"/>
                </a:lnTo>
                <a:lnTo>
                  <a:pt x="0" y="0"/>
                </a:lnTo>
                <a:lnTo>
                  <a:pt x="2042159" y="0"/>
                </a:lnTo>
                <a:lnTo>
                  <a:pt x="2042159" y="204216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767598" y="1756214"/>
            <a:ext cx="834390" cy="179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b="1" dirty="0">
                <a:latin typeface="Calibri" panose="020F0502020204030204"/>
                <a:cs typeface="Calibri" panose="020F0502020204030204"/>
              </a:rPr>
              <a:t>Planning</a:t>
            </a:r>
            <a:r>
              <a:rPr sz="1000" b="1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b="1" spc="-10" dirty="0">
                <a:latin typeface="Calibri" panose="020F0502020204030204"/>
                <a:cs typeface="Calibri" panose="020F0502020204030204"/>
              </a:rPr>
              <a:t>Phase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67943" y="1972875"/>
            <a:ext cx="70485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50" dirty="0">
                <a:latin typeface="Gadugi" panose="020B0502040204020203"/>
                <a:cs typeface="Gadugi" panose="020B0502040204020203"/>
              </a:rPr>
              <a:t>8</a:t>
            </a:r>
            <a:endParaRPr sz="65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71237" y="1961964"/>
            <a:ext cx="1012190" cy="146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latin typeface="Calibri" panose="020F0502020204030204"/>
                <a:cs typeface="Calibri" panose="020F0502020204030204"/>
              </a:rPr>
              <a:t>Planning</a:t>
            </a:r>
            <a:r>
              <a:rPr sz="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800" dirty="0">
                <a:latin typeface="Calibri" panose="020F0502020204030204"/>
                <a:cs typeface="Calibri" panose="020F0502020204030204"/>
              </a:rPr>
              <a:t>Phase</a:t>
            </a:r>
            <a:r>
              <a:rPr sz="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800" spc="-10" dirty="0">
                <a:latin typeface="Calibri" panose="020F0502020204030204"/>
                <a:cs typeface="Calibri" panose="020F0502020204030204"/>
              </a:rPr>
              <a:t>Meeting</a:t>
            </a:r>
            <a:endParaRPr sz="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67943" y="2149660"/>
            <a:ext cx="70485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50" dirty="0">
                <a:latin typeface="Gadugi" panose="020B0502040204020203"/>
                <a:cs typeface="Gadugi" panose="020B0502040204020203"/>
              </a:rPr>
              <a:t>9</a:t>
            </a:r>
            <a:endParaRPr sz="65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71237" y="2138753"/>
            <a:ext cx="1880870" cy="146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latin typeface="Calibri" panose="020F0502020204030204"/>
                <a:cs typeface="Calibri" panose="020F0502020204030204"/>
              </a:rPr>
              <a:t>Defining</a:t>
            </a:r>
            <a:r>
              <a:rPr sz="8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800" spc="-10" dirty="0">
                <a:latin typeface="Calibri" panose="020F0502020204030204"/>
                <a:cs typeface="Calibri" panose="020F0502020204030204"/>
              </a:rPr>
              <a:t>Platform</a:t>
            </a:r>
            <a:r>
              <a:rPr sz="800" dirty="0">
                <a:latin typeface="Calibri" panose="020F0502020204030204"/>
                <a:cs typeface="Calibri" panose="020F0502020204030204"/>
              </a:rPr>
              <a:t> Overview</a:t>
            </a:r>
            <a:r>
              <a:rPr sz="8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800" dirty="0">
                <a:latin typeface="Calibri" panose="020F0502020204030204"/>
                <a:cs typeface="Calibri" panose="020F0502020204030204"/>
              </a:rPr>
              <a:t>&amp;</a:t>
            </a:r>
            <a:r>
              <a:rPr sz="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800" spc="-10" dirty="0">
                <a:latin typeface="Calibri" panose="020F0502020204030204"/>
                <a:cs typeface="Calibri" panose="020F0502020204030204"/>
              </a:rPr>
              <a:t>Related </a:t>
            </a:r>
            <a:r>
              <a:rPr sz="800" spc="-20" dirty="0">
                <a:latin typeface="Calibri" panose="020F0502020204030204"/>
                <a:cs typeface="Calibri" panose="020F0502020204030204"/>
              </a:rPr>
              <a:t>Works</a:t>
            </a:r>
            <a:endParaRPr sz="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45084" y="2326443"/>
            <a:ext cx="114935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25" dirty="0">
                <a:latin typeface="Gadugi" panose="020B0502040204020203"/>
                <a:cs typeface="Gadugi" panose="020B0502040204020203"/>
              </a:rPr>
              <a:t>10</a:t>
            </a:r>
            <a:endParaRPr sz="65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71237" y="2315542"/>
            <a:ext cx="917575" cy="146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latin typeface="Calibri" panose="020F0502020204030204"/>
                <a:cs typeface="Calibri" panose="020F0502020204030204"/>
              </a:rPr>
              <a:t>Requirement</a:t>
            </a:r>
            <a:r>
              <a:rPr sz="8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800" spc="-10" dirty="0">
                <a:latin typeface="Calibri" panose="020F0502020204030204"/>
                <a:cs typeface="Calibri" panose="020F0502020204030204"/>
              </a:rPr>
              <a:t>Analysis</a:t>
            </a:r>
            <a:endParaRPr sz="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45084" y="2503228"/>
            <a:ext cx="114935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25" dirty="0">
                <a:latin typeface="Gadugi" panose="020B0502040204020203"/>
                <a:cs typeface="Gadugi" panose="020B0502040204020203"/>
              </a:rPr>
              <a:t>11</a:t>
            </a:r>
            <a:endParaRPr sz="65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71237" y="2492331"/>
            <a:ext cx="1853564" cy="146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latin typeface="Calibri" panose="020F0502020204030204"/>
                <a:cs typeface="Calibri" panose="020F0502020204030204"/>
              </a:rPr>
              <a:t>Defining</a:t>
            </a:r>
            <a:r>
              <a:rPr sz="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800" dirty="0">
                <a:latin typeface="Calibri" panose="020F0502020204030204"/>
                <a:cs typeface="Calibri" panose="020F0502020204030204"/>
              </a:rPr>
              <a:t>Domain</a:t>
            </a:r>
            <a:r>
              <a:rPr sz="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800" spc="-10" dirty="0">
                <a:latin typeface="Calibri" panose="020F0502020204030204"/>
                <a:cs typeface="Calibri" panose="020F0502020204030204"/>
              </a:rPr>
              <a:t>Analysis</a:t>
            </a:r>
            <a:r>
              <a:rPr sz="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800" dirty="0">
                <a:latin typeface="Calibri" panose="020F0502020204030204"/>
                <a:cs typeface="Calibri" panose="020F0502020204030204"/>
              </a:rPr>
              <a:t>&amp;</a:t>
            </a:r>
            <a:r>
              <a:rPr sz="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800" dirty="0">
                <a:latin typeface="Calibri" panose="020F0502020204030204"/>
                <a:cs typeface="Calibri" panose="020F0502020204030204"/>
              </a:rPr>
              <a:t>Risk</a:t>
            </a:r>
            <a:r>
              <a:rPr sz="800" spc="-10" dirty="0">
                <a:latin typeface="Calibri" panose="020F0502020204030204"/>
                <a:cs typeface="Calibri" panose="020F0502020204030204"/>
              </a:rPr>
              <a:t> Assessment</a:t>
            </a:r>
            <a:endParaRPr sz="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45084" y="2680011"/>
            <a:ext cx="114935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25" dirty="0">
                <a:latin typeface="Gadugi" panose="020B0502040204020203"/>
                <a:cs typeface="Gadugi" panose="020B0502040204020203"/>
              </a:rPr>
              <a:t>12</a:t>
            </a:r>
            <a:endParaRPr sz="65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71237" y="2669121"/>
            <a:ext cx="1353820" cy="146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latin typeface="Calibri" panose="020F0502020204030204"/>
                <a:cs typeface="Calibri" panose="020F0502020204030204"/>
              </a:rPr>
              <a:t>Feasibility</a:t>
            </a:r>
            <a:r>
              <a:rPr sz="80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800" spc="-10" dirty="0">
                <a:latin typeface="Calibri" panose="020F0502020204030204"/>
                <a:cs typeface="Calibri" panose="020F0502020204030204"/>
              </a:rPr>
              <a:t>StudyFeasibility</a:t>
            </a:r>
            <a:r>
              <a:rPr sz="80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800" spc="-20" dirty="0">
                <a:latin typeface="Calibri" panose="020F0502020204030204"/>
                <a:cs typeface="Calibri" panose="020F0502020204030204"/>
              </a:rPr>
              <a:t>Study</a:t>
            </a:r>
            <a:endParaRPr sz="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45084" y="2856795"/>
            <a:ext cx="114935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25" dirty="0">
                <a:latin typeface="Gadugi" panose="020B0502040204020203"/>
                <a:cs typeface="Gadugi" panose="020B0502040204020203"/>
              </a:rPr>
              <a:t>13</a:t>
            </a:r>
            <a:endParaRPr sz="65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71237" y="2845861"/>
            <a:ext cx="963294" cy="146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latin typeface="Calibri" panose="020F0502020204030204"/>
                <a:cs typeface="Calibri" panose="020F0502020204030204"/>
              </a:rPr>
              <a:t>Quality</a:t>
            </a:r>
            <a:r>
              <a:rPr sz="8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800" spc="-10" dirty="0">
                <a:latin typeface="Calibri" panose="020F0502020204030204"/>
                <a:cs typeface="Calibri" panose="020F0502020204030204"/>
              </a:rPr>
              <a:t>Assurance</a:t>
            </a:r>
            <a:r>
              <a:rPr sz="8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800" spc="-20" dirty="0">
                <a:latin typeface="Calibri" panose="020F0502020204030204"/>
                <a:cs typeface="Calibri" panose="020F0502020204030204"/>
              </a:rPr>
              <a:t>Plan</a:t>
            </a:r>
            <a:endParaRPr sz="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45084" y="3033580"/>
            <a:ext cx="114935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25" dirty="0">
                <a:latin typeface="Gadugi" panose="020B0502040204020203"/>
                <a:cs typeface="Gadugi" panose="020B0502040204020203"/>
              </a:rPr>
              <a:t>14</a:t>
            </a:r>
            <a:endParaRPr sz="65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71237" y="3022650"/>
            <a:ext cx="973455" cy="146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latin typeface="Calibri" panose="020F0502020204030204"/>
                <a:cs typeface="Calibri" panose="020F0502020204030204"/>
              </a:rPr>
              <a:t>Planning</a:t>
            </a:r>
            <a:r>
              <a:rPr sz="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800" dirty="0">
                <a:latin typeface="Calibri" panose="020F0502020204030204"/>
                <a:cs typeface="Calibri" panose="020F0502020204030204"/>
              </a:rPr>
              <a:t>Phase</a:t>
            </a:r>
            <a:r>
              <a:rPr sz="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800" spc="-10" dirty="0">
                <a:latin typeface="Calibri" panose="020F0502020204030204"/>
                <a:cs typeface="Calibri" panose="020F0502020204030204"/>
              </a:rPr>
              <a:t>Finalize</a:t>
            </a:r>
            <a:endParaRPr sz="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45084" y="3210363"/>
            <a:ext cx="114935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25" dirty="0">
                <a:latin typeface="Gadugi" panose="020B0502040204020203"/>
                <a:cs typeface="Gadugi" panose="020B0502040204020203"/>
              </a:rPr>
              <a:t>15</a:t>
            </a:r>
            <a:endParaRPr sz="65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46760" y="3212592"/>
            <a:ext cx="2042160" cy="204470"/>
          </a:xfrm>
          <a:custGeom>
            <a:avLst/>
            <a:gdLst/>
            <a:ahLst/>
            <a:cxnLst/>
            <a:rect l="l" t="t" r="r" b="b"/>
            <a:pathLst>
              <a:path w="2042160" h="204470">
                <a:moveTo>
                  <a:pt x="2042159" y="204216"/>
                </a:moveTo>
                <a:lnTo>
                  <a:pt x="0" y="204216"/>
                </a:lnTo>
                <a:lnTo>
                  <a:pt x="0" y="0"/>
                </a:lnTo>
                <a:lnTo>
                  <a:pt x="2042159" y="0"/>
                </a:lnTo>
                <a:lnTo>
                  <a:pt x="2042159" y="204216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767598" y="3197886"/>
            <a:ext cx="892175" cy="179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b="1" dirty="0">
                <a:latin typeface="Calibri" panose="020F0502020204030204"/>
                <a:cs typeface="Calibri" panose="020F0502020204030204"/>
              </a:rPr>
              <a:t>Designing</a:t>
            </a:r>
            <a:r>
              <a:rPr sz="1000" b="1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b="1" spc="-10" dirty="0">
                <a:latin typeface="Calibri" panose="020F0502020204030204"/>
                <a:cs typeface="Calibri" panose="020F0502020204030204"/>
              </a:rPr>
              <a:t>Phase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45084" y="3414580"/>
            <a:ext cx="114935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25" dirty="0">
                <a:latin typeface="Gadugi" panose="020B0502040204020203"/>
                <a:cs typeface="Gadugi" panose="020B0502040204020203"/>
              </a:rPr>
              <a:t>16</a:t>
            </a:r>
            <a:endParaRPr sz="65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71237" y="3403659"/>
            <a:ext cx="1059180" cy="146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latin typeface="Calibri" panose="020F0502020204030204"/>
                <a:cs typeface="Calibri" panose="020F0502020204030204"/>
              </a:rPr>
              <a:t>Designing</a:t>
            </a:r>
            <a:r>
              <a:rPr sz="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800" dirty="0">
                <a:latin typeface="Calibri" panose="020F0502020204030204"/>
                <a:cs typeface="Calibri" panose="020F0502020204030204"/>
              </a:rPr>
              <a:t>Phase</a:t>
            </a:r>
            <a:r>
              <a:rPr sz="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800" spc="-10" dirty="0">
                <a:latin typeface="Calibri" panose="020F0502020204030204"/>
                <a:cs typeface="Calibri" panose="020F0502020204030204"/>
              </a:rPr>
              <a:t>Meeting</a:t>
            </a:r>
            <a:endParaRPr sz="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45084" y="3591364"/>
            <a:ext cx="114935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25" dirty="0">
                <a:latin typeface="Gadugi" panose="020B0502040204020203"/>
                <a:cs typeface="Gadugi" panose="020B0502040204020203"/>
              </a:rPr>
              <a:t>17</a:t>
            </a:r>
            <a:endParaRPr sz="65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71237" y="3580448"/>
            <a:ext cx="638810" cy="146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dirty="0">
                <a:latin typeface="Calibri" panose="020F0502020204030204"/>
                <a:cs typeface="Calibri" panose="020F0502020204030204"/>
              </a:rPr>
              <a:t>UML</a:t>
            </a:r>
            <a:r>
              <a:rPr sz="8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800" b="1" spc="-10" dirty="0">
                <a:latin typeface="Calibri" panose="020F0502020204030204"/>
                <a:cs typeface="Calibri" panose="020F0502020204030204"/>
              </a:rPr>
              <a:t>Diagrams</a:t>
            </a:r>
            <a:endParaRPr sz="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45084" y="3768148"/>
            <a:ext cx="114935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25" dirty="0">
                <a:latin typeface="Gadugi" panose="020B0502040204020203"/>
                <a:cs typeface="Gadugi" panose="020B0502040204020203"/>
              </a:rPr>
              <a:t>18</a:t>
            </a:r>
            <a:endParaRPr sz="65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973318" y="3757238"/>
            <a:ext cx="716915" cy="146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latin typeface="Calibri" panose="020F0502020204030204"/>
                <a:cs typeface="Calibri" panose="020F0502020204030204"/>
              </a:rPr>
              <a:t>System</a:t>
            </a:r>
            <a:r>
              <a:rPr sz="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800" dirty="0">
                <a:latin typeface="Calibri" panose="020F0502020204030204"/>
                <a:cs typeface="Calibri" panose="020F0502020204030204"/>
              </a:rPr>
              <a:t>Use</a:t>
            </a:r>
            <a:r>
              <a:rPr sz="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800" spc="-20" dirty="0">
                <a:latin typeface="Calibri" panose="020F0502020204030204"/>
                <a:cs typeface="Calibri" panose="020F0502020204030204"/>
              </a:rPr>
              <a:t>Case</a:t>
            </a:r>
            <a:endParaRPr sz="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45084" y="3944932"/>
            <a:ext cx="114935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25" dirty="0">
                <a:latin typeface="Gadugi" panose="020B0502040204020203"/>
                <a:cs typeface="Gadugi" panose="020B0502040204020203"/>
              </a:rPr>
              <a:t>19</a:t>
            </a:r>
            <a:endParaRPr sz="65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973318" y="3934026"/>
            <a:ext cx="742315" cy="146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latin typeface="Calibri" panose="020F0502020204030204"/>
                <a:cs typeface="Calibri" panose="020F0502020204030204"/>
              </a:rPr>
              <a:t>Activity</a:t>
            </a:r>
            <a:r>
              <a:rPr sz="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800" spc="-10" dirty="0">
                <a:latin typeface="Calibri" panose="020F0502020204030204"/>
                <a:cs typeface="Calibri" panose="020F0502020204030204"/>
              </a:rPr>
              <a:t>Diagrams</a:t>
            </a:r>
            <a:endParaRPr sz="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45084" y="4121716"/>
            <a:ext cx="114935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25" dirty="0">
                <a:latin typeface="Gadugi" panose="020B0502040204020203"/>
                <a:cs typeface="Gadugi" panose="020B0502040204020203"/>
              </a:rPr>
              <a:t>20</a:t>
            </a:r>
            <a:endParaRPr sz="65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973318" y="4110816"/>
            <a:ext cx="858519" cy="146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latin typeface="Calibri" panose="020F0502020204030204"/>
                <a:cs typeface="Calibri" panose="020F0502020204030204"/>
              </a:rPr>
              <a:t>System</a:t>
            </a:r>
            <a:r>
              <a:rPr sz="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800" spc="-10" dirty="0">
                <a:latin typeface="Calibri" panose="020F0502020204030204"/>
                <a:cs typeface="Calibri" panose="020F0502020204030204"/>
              </a:rPr>
              <a:t>Architecture</a:t>
            </a:r>
            <a:endParaRPr sz="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45084" y="4298500"/>
            <a:ext cx="114935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25" dirty="0">
                <a:latin typeface="Gadugi" panose="020B0502040204020203"/>
                <a:cs typeface="Gadugi" panose="020B0502040204020203"/>
              </a:rPr>
              <a:t>21</a:t>
            </a:r>
            <a:endParaRPr sz="65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973318" y="4287605"/>
            <a:ext cx="833119" cy="146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latin typeface="Calibri" panose="020F0502020204030204"/>
                <a:cs typeface="Calibri" panose="020F0502020204030204"/>
              </a:rPr>
              <a:t>Sequence</a:t>
            </a:r>
            <a:r>
              <a:rPr sz="8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800" spc="-10" dirty="0">
                <a:latin typeface="Calibri" panose="020F0502020204030204"/>
                <a:cs typeface="Calibri" panose="020F0502020204030204"/>
              </a:rPr>
              <a:t>Diagrams</a:t>
            </a:r>
            <a:endParaRPr sz="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45084" y="4475283"/>
            <a:ext cx="114935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25" dirty="0">
                <a:latin typeface="Gadugi" panose="020B0502040204020203"/>
                <a:cs typeface="Gadugi" panose="020B0502040204020203"/>
              </a:rPr>
              <a:t>22</a:t>
            </a:r>
            <a:endParaRPr sz="65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973318" y="4464332"/>
            <a:ext cx="977265" cy="146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latin typeface="Calibri" panose="020F0502020204030204"/>
                <a:cs typeface="Calibri" panose="020F0502020204030204"/>
              </a:rPr>
              <a:t>ER</a:t>
            </a:r>
            <a:r>
              <a:rPr sz="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800" dirty="0">
                <a:latin typeface="Calibri" panose="020F0502020204030204"/>
                <a:cs typeface="Calibri" panose="020F0502020204030204"/>
              </a:rPr>
              <a:t>&amp;</a:t>
            </a:r>
            <a:r>
              <a:rPr sz="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800" dirty="0">
                <a:latin typeface="Calibri" panose="020F0502020204030204"/>
                <a:cs typeface="Calibri" panose="020F0502020204030204"/>
              </a:rPr>
              <a:t>Schema</a:t>
            </a:r>
            <a:r>
              <a:rPr sz="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800" spc="-10" dirty="0">
                <a:latin typeface="Calibri" panose="020F0502020204030204"/>
                <a:cs typeface="Calibri" panose="020F0502020204030204"/>
              </a:rPr>
              <a:t>Diagrams</a:t>
            </a:r>
            <a:endParaRPr sz="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45084" y="4652067"/>
            <a:ext cx="114935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25" dirty="0">
                <a:latin typeface="Gadugi" panose="020B0502040204020203"/>
                <a:cs typeface="Gadugi" panose="020B0502040204020203"/>
              </a:rPr>
              <a:t>23</a:t>
            </a:r>
            <a:endParaRPr sz="65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973318" y="4641122"/>
            <a:ext cx="598170" cy="146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latin typeface="Calibri" panose="020F0502020204030204"/>
                <a:cs typeface="Calibri" panose="020F0502020204030204"/>
              </a:rPr>
              <a:t>Class</a:t>
            </a:r>
            <a:r>
              <a:rPr sz="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800" spc="-10" dirty="0">
                <a:latin typeface="Calibri" panose="020F0502020204030204"/>
                <a:cs typeface="Calibri" panose="020F0502020204030204"/>
              </a:rPr>
              <a:t>Diagram</a:t>
            </a:r>
            <a:endParaRPr sz="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45084" y="4828852"/>
            <a:ext cx="114935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25" dirty="0">
                <a:latin typeface="Gadugi" panose="020B0502040204020203"/>
                <a:cs typeface="Gadugi" panose="020B0502040204020203"/>
              </a:rPr>
              <a:t>24</a:t>
            </a:r>
            <a:endParaRPr sz="65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871237" y="4817911"/>
            <a:ext cx="912494" cy="146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latin typeface="Calibri" panose="020F0502020204030204"/>
                <a:cs typeface="Calibri" panose="020F0502020204030204"/>
              </a:rPr>
              <a:t>UX</a:t>
            </a:r>
            <a:r>
              <a:rPr sz="8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800" dirty="0">
                <a:latin typeface="Calibri" panose="020F0502020204030204"/>
                <a:cs typeface="Calibri" panose="020F0502020204030204"/>
              </a:rPr>
              <a:t>UI</a:t>
            </a:r>
            <a:r>
              <a:rPr sz="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800" spc="-10" dirty="0">
                <a:latin typeface="Calibri" panose="020F0502020204030204"/>
                <a:cs typeface="Calibri" panose="020F0502020204030204"/>
              </a:rPr>
              <a:t>Design Mockup</a:t>
            </a:r>
            <a:endParaRPr sz="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45084" y="5005636"/>
            <a:ext cx="114935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25" dirty="0">
                <a:latin typeface="Gadugi" panose="020B0502040204020203"/>
                <a:cs typeface="Gadugi" panose="020B0502040204020203"/>
              </a:rPr>
              <a:t>25</a:t>
            </a:r>
            <a:endParaRPr sz="65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871237" y="4994700"/>
            <a:ext cx="1019175" cy="146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latin typeface="Calibri" panose="020F0502020204030204"/>
                <a:cs typeface="Calibri" panose="020F0502020204030204"/>
              </a:rPr>
              <a:t>Designing</a:t>
            </a:r>
            <a:r>
              <a:rPr sz="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800" dirty="0">
                <a:latin typeface="Calibri" panose="020F0502020204030204"/>
                <a:cs typeface="Calibri" panose="020F0502020204030204"/>
              </a:rPr>
              <a:t>Phase</a:t>
            </a:r>
            <a:r>
              <a:rPr sz="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800" spc="-10" dirty="0">
                <a:latin typeface="Calibri" panose="020F0502020204030204"/>
                <a:cs typeface="Calibri" panose="020F0502020204030204"/>
              </a:rPr>
              <a:t>Finalize</a:t>
            </a:r>
            <a:endParaRPr sz="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45084" y="5182420"/>
            <a:ext cx="114935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25" dirty="0">
                <a:latin typeface="Gadugi" panose="020B0502040204020203"/>
                <a:cs typeface="Gadugi" panose="020B0502040204020203"/>
              </a:rPr>
              <a:t>26</a:t>
            </a:r>
            <a:endParaRPr sz="65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746760" y="5184647"/>
            <a:ext cx="2042160" cy="204470"/>
          </a:xfrm>
          <a:custGeom>
            <a:avLst/>
            <a:gdLst/>
            <a:ahLst/>
            <a:cxnLst/>
            <a:rect l="l" t="t" r="r" b="b"/>
            <a:pathLst>
              <a:path w="2042160" h="204470">
                <a:moveTo>
                  <a:pt x="2042159" y="204216"/>
                </a:moveTo>
                <a:lnTo>
                  <a:pt x="0" y="204216"/>
                </a:lnTo>
                <a:lnTo>
                  <a:pt x="0" y="0"/>
                </a:lnTo>
                <a:lnTo>
                  <a:pt x="2042159" y="0"/>
                </a:lnTo>
                <a:lnTo>
                  <a:pt x="2042159" y="204216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/>
          <p:nvPr/>
        </p:nvSpPr>
        <p:spPr>
          <a:xfrm>
            <a:off x="767598" y="5169924"/>
            <a:ext cx="1096645" cy="179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b="1" dirty="0">
                <a:latin typeface="Calibri" panose="020F0502020204030204"/>
                <a:cs typeface="Calibri" panose="020F0502020204030204"/>
              </a:rPr>
              <a:t>Development</a:t>
            </a:r>
            <a:r>
              <a:rPr sz="1000" b="1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b="1" spc="-20" dirty="0">
                <a:latin typeface="Calibri" panose="020F0502020204030204"/>
                <a:cs typeface="Calibri" panose="020F0502020204030204"/>
              </a:rPr>
              <a:t>Phase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545084" y="5386636"/>
            <a:ext cx="114935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25" dirty="0">
                <a:latin typeface="Gadugi" panose="020B0502040204020203"/>
                <a:cs typeface="Gadugi" panose="020B0502040204020203"/>
              </a:rPr>
              <a:t>27</a:t>
            </a:r>
            <a:endParaRPr sz="65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871237" y="5375709"/>
            <a:ext cx="1217930" cy="146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latin typeface="Calibri" panose="020F0502020204030204"/>
                <a:cs typeface="Calibri" panose="020F0502020204030204"/>
              </a:rPr>
              <a:t>Development</a:t>
            </a:r>
            <a:r>
              <a:rPr sz="80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800" spc="-10" dirty="0">
                <a:latin typeface="Calibri" panose="020F0502020204030204"/>
                <a:cs typeface="Calibri" panose="020F0502020204030204"/>
              </a:rPr>
              <a:t>Phase</a:t>
            </a:r>
            <a:r>
              <a:rPr sz="8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800" spc="-10" dirty="0">
                <a:latin typeface="Calibri" panose="020F0502020204030204"/>
                <a:cs typeface="Calibri" panose="020F0502020204030204"/>
              </a:rPr>
              <a:t>Meeting</a:t>
            </a:r>
            <a:endParaRPr sz="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545084" y="5563420"/>
            <a:ext cx="114935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25" dirty="0">
                <a:latin typeface="Gadugi" panose="020B0502040204020203"/>
                <a:cs typeface="Gadugi" panose="020B0502040204020203"/>
              </a:rPr>
              <a:t>28</a:t>
            </a:r>
            <a:endParaRPr sz="65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871237" y="5552498"/>
            <a:ext cx="983615" cy="146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latin typeface="Calibri" panose="020F0502020204030204"/>
                <a:cs typeface="Calibri" panose="020F0502020204030204"/>
              </a:rPr>
              <a:t>Frontend</a:t>
            </a:r>
            <a:r>
              <a:rPr sz="8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800" spc="-10" dirty="0">
                <a:latin typeface="Calibri" panose="020F0502020204030204"/>
                <a:cs typeface="Calibri" panose="020F0502020204030204"/>
              </a:rPr>
              <a:t>Development</a:t>
            </a:r>
            <a:endParaRPr sz="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45084" y="5740204"/>
            <a:ext cx="114935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25" dirty="0">
                <a:latin typeface="Gadugi" panose="020B0502040204020203"/>
                <a:cs typeface="Gadugi" panose="020B0502040204020203"/>
              </a:rPr>
              <a:t>29</a:t>
            </a:r>
            <a:endParaRPr sz="65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871237" y="5729288"/>
            <a:ext cx="954405" cy="146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latin typeface="Calibri" panose="020F0502020204030204"/>
                <a:cs typeface="Calibri" panose="020F0502020204030204"/>
              </a:rPr>
              <a:t>Backend</a:t>
            </a:r>
            <a:r>
              <a:rPr sz="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800" spc="-10" dirty="0">
                <a:latin typeface="Calibri" panose="020F0502020204030204"/>
                <a:cs typeface="Calibri" panose="020F0502020204030204"/>
              </a:rPr>
              <a:t>Development</a:t>
            </a:r>
            <a:endParaRPr sz="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545084" y="5916988"/>
            <a:ext cx="114935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25" dirty="0">
                <a:latin typeface="Gadugi" panose="020B0502040204020203"/>
                <a:cs typeface="Gadugi" panose="020B0502040204020203"/>
              </a:rPr>
              <a:t>30</a:t>
            </a:r>
            <a:endParaRPr sz="65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871237" y="5906015"/>
            <a:ext cx="1179195" cy="146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latin typeface="Calibri" panose="020F0502020204030204"/>
                <a:cs typeface="Calibri" panose="020F0502020204030204"/>
              </a:rPr>
              <a:t>Development</a:t>
            </a:r>
            <a:r>
              <a:rPr sz="80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800" spc="-10" dirty="0">
                <a:latin typeface="Calibri" panose="020F0502020204030204"/>
                <a:cs typeface="Calibri" panose="020F0502020204030204"/>
              </a:rPr>
              <a:t>Phase</a:t>
            </a:r>
            <a:r>
              <a:rPr sz="8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800" spc="-10" dirty="0">
                <a:latin typeface="Calibri" panose="020F0502020204030204"/>
                <a:cs typeface="Calibri" panose="020F0502020204030204"/>
              </a:rPr>
              <a:t>Finalize</a:t>
            </a:r>
            <a:endParaRPr sz="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545084" y="6093772"/>
            <a:ext cx="114935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25" dirty="0">
                <a:latin typeface="Gadugi" panose="020B0502040204020203"/>
                <a:cs typeface="Gadugi" panose="020B0502040204020203"/>
              </a:rPr>
              <a:t>31</a:t>
            </a:r>
            <a:endParaRPr sz="65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746760" y="6096000"/>
            <a:ext cx="2042160" cy="204470"/>
          </a:xfrm>
          <a:custGeom>
            <a:avLst/>
            <a:gdLst/>
            <a:ahLst/>
            <a:cxnLst/>
            <a:rect l="l" t="t" r="r" b="b"/>
            <a:pathLst>
              <a:path w="2042160" h="204470">
                <a:moveTo>
                  <a:pt x="2042159" y="204216"/>
                </a:moveTo>
                <a:lnTo>
                  <a:pt x="0" y="204216"/>
                </a:lnTo>
                <a:lnTo>
                  <a:pt x="0" y="0"/>
                </a:lnTo>
                <a:lnTo>
                  <a:pt x="2042159" y="0"/>
                </a:lnTo>
                <a:lnTo>
                  <a:pt x="2042159" y="204216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 txBox="1"/>
          <p:nvPr/>
        </p:nvSpPr>
        <p:spPr>
          <a:xfrm>
            <a:off x="767598" y="6081278"/>
            <a:ext cx="1467485" cy="179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dirty="0">
                <a:latin typeface="Calibri" panose="020F0502020204030204"/>
                <a:cs typeface="Calibri" panose="020F0502020204030204"/>
              </a:rPr>
              <a:t>Deployment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dirty="0">
                <a:latin typeface="Calibri" panose="020F0502020204030204"/>
                <a:cs typeface="Calibri" panose="020F0502020204030204"/>
              </a:rPr>
              <a:t>and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 Evaluation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456628" y="456819"/>
            <a:ext cx="9142730" cy="5845810"/>
            <a:chOff x="456628" y="456819"/>
            <a:chExt cx="9142730" cy="5845810"/>
          </a:xfrm>
        </p:grpSpPr>
        <p:sp>
          <p:nvSpPr>
            <p:cNvPr id="72" name="object 72"/>
            <p:cNvSpPr/>
            <p:nvPr/>
          </p:nvSpPr>
          <p:spPr>
            <a:xfrm>
              <a:off x="458533" y="683799"/>
              <a:ext cx="2331085" cy="0"/>
            </a:xfrm>
            <a:custGeom>
              <a:avLst/>
              <a:gdLst/>
              <a:ahLst/>
              <a:cxnLst/>
              <a:rect l="l" t="t" r="r" b="b"/>
              <a:pathLst>
                <a:path w="2331085">
                  <a:moveTo>
                    <a:pt x="0" y="0"/>
                  </a:moveTo>
                  <a:lnTo>
                    <a:pt x="2330672" y="0"/>
                  </a:lnTo>
                </a:path>
              </a:pathLst>
            </a:custGeom>
            <a:ln w="329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458533" y="6300025"/>
              <a:ext cx="2331085" cy="0"/>
            </a:xfrm>
            <a:custGeom>
              <a:avLst/>
              <a:gdLst/>
              <a:ahLst/>
              <a:cxnLst/>
              <a:rect l="l" t="t" r="r" b="b"/>
              <a:pathLst>
                <a:path w="2331085">
                  <a:moveTo>
                    <a:pt x="0" y="0"/>
                  </a:moveTo>
                  <a:lnTo>
                    <a:pt x="2330672" y="0"/>
                  </a:lnTo>
                </a:path>
              </a:pathLst>
            </a:custGeom>
            <a:ln w="329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458533" y="887920"/>
              <a:ext cx="287655" cy="0"/>
            </a:xfrm>
            <a:custGeom>
              <a:avLst/>
              <a:gdLst/>
              <a:ahLst/>
              <a:cxnLst/>
              <a:rect l="l" t="t" r="r" b="b"/>
              <a:pathLst>
                <a:path w="287655">
                  <a:moveTo>
                    <a:pt x="0" y="0"/>
                  </a:moveTo>
                  <a:lnTo>
                    <a:pt x="287654" y="0"/>
                  </a:lnTo>
                </a:path>
              </a:pathLst>
            </a:custGeom>
            <a:ln w="329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458533" y="1064704"/>
              <a:ext cx="287655" cy="0"/>
            </a:xfrm>
            <a:custGeom>
              <a:avLst/>
              <a:gdLst/>
              <a:ahLst/>
              <a:cxnLst/>
              <a:rect l="l" t="t" r="r" b="b"/>
              <a:pathLst>
                <a:path w="287655">
                  <a:moveTo>
                    <a:pt x="0" y="0"/>
                  </a:moveTo>
                  <a:lnTo>
                    <a:pt x="287654" y="0"/>
                  </a:lnTo>
                </a:path>
              </a:pathLst>
            </a:custGeom>
            <a:ln w="329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458533" y="1241393"/>
              <a:ext cx="287655" cy="0"/>
            </a:xfrm>
            <a:custGeom>
              <a:avLst/>
              <a:gdLst/>
              <a:ahLst/>
              <a:cxnLst/>
              <a:rect l="l" t="t" r="r" b="b"/>
              <a:pathLst>
                <a:path w="287655">
                  <a:moveTo>
                    <a:pt x="0" y="0"/>
                  </a:moveTo>
                  <a:lnTo>
                    <a:pt x="287654" y="0"/>
                  </a:lnTo>
                </a:path>
              </a:pathLst>
            </a:custGeom>
            <a:ln w="329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458533" y="1418177"/>
              <a:ext cx="287655" cy="0"/>
            </a:xfrm>
            <a:custGeom>
              <a:avLst/>
              <a:gdLst/>
              <a:ahLst/>
              <a:cxnLst/>
              <a:rect l="l" t="t" r="r" b="b"/>
              <a:pathLst>
                <a:path w="287655">
                  <a:moveTo>
                    <a:pt x="0" y="0"/>
                  </a:moveTo>
                  <a:lnTo>
                    <a:pt x="287654" y="0"/>
                  </a:lnTo>
                </a:path>
              </a:pathLst>
            </a:custGeom>
            <a:ln w="329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458533" y="1594961"/>
              <a:ext cx="287655" cy="0"/>
            </a:xfrm>
            <a:custGeom>
              <a:avLst/>
              <a:gdLst/>
              <a:ahLst/>
              <a:cxnLst/>
              <a:rect l="l" t="t" r="r" b="b"/>
              <a:pathLst>
                <a:path w="287655">
                  <a:moveTo>
                    <a:pt x="0" y="0"/>
                  </a:moveTo>
                  <a:lnTo>
                    <a:pt x="287654" y="0"/>
                  </a:lnTo>
                </a:path>
              </a:pathLst>
            </a:custGeom>
            <a:ln w="329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458533" y="1771650"/>
              <a:ext cx="287655" cy="0"/>
            </a:xfrm>
            <a:custGeom>
              <a:avLst/>
              <a:gdLst/>
              <a:ahLst/>
              <a:cxnLst/>
              <a:rect l="l" t="t" r="r" b="b"/>
              <a:pathLst>
                <a:path w="287655">
                  <a:moveTo>
                    <a:pt x="0" y="0"/>
                  </a:moveTo>
                  <a:lnTo>
                    <a:pt x="287654" y="0"/>
                  </a:lnTo>
                </a:path>
              </a:pathLst>
            </a:custGeom>
            <a:ln w="329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458533" y="1975866"/>
              <a:ext cx="287655" cy="0"/>
            </a:xfrm>
            <a:custGeom>
              <a:avLst/>
              <a:gdLst/>
              <a:ahLst/>
              <a:cxnLst/>
              <a:rect l="l" t="t" r="r" b="b"/>
              <a:pathLst>
                <a:path w="287655">
                  <a:moveTo>
                    <a:pt x="0" y="0"/>
                  </a:moveTo>
                  <a:lnTo>
                    <a:pt x="287654" y="0"/>
                  </a:lnTo>
                </a:path>
              </a:pathLst>
            </a:custGeom>
            <a:ln w="329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458533" y="2152554"/>
              <a:ext cx="287655" cy="0"/>
            </a:xfrm>
            <a:custGeom>
              <a:avLst/>
              <a:gdLst/>
              <a:ahLst/>
              <a:cxnLst/>
              <a:rect l="l" t="t" r="r" b="b"/>
              <a:pathLst>
                <a:path w="287655">
                  <a:moveTo>
                    <a:pt x="0" y="0"/>
                  </a:moveTo>
                  <a:lnTo>
                    <a:pt x="287654" y="0"/>
                  </a:lnTo>
                </a:path>
              </a:pathLst>
            </a:custGeom>
            <a:ln w="329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458533" y="2329338"/>
              <a:ext cx="287655" cy="0"/>
            </a:xfrm>
            <a:custGeom>
              <a:avLst/>
              <a:gdLst/>
              <a:ahLst/>
              <a:cxnLst/>
              <a:rect l="l" t="t" r="r" b="b"/>
              <a:pathLst>
                <a:path w="287655">
                  <a:moveTo>
                    <a:pt x="0" y="0"/>
                  </a:moveTo>
                  <a:lnTo>
                    <a:pt x="287654" y="0"/>
                  </a:lnTo>
                </a:path>
              </a:pathLst>
            </a:custGeom>
            <a:ln w="329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458533" y="2506122"/>
              <a:ext cx="287655" cy="0"/>
            </a:xfrm>
            <a:custGeom>
              <a:avLst/>
              <a:gdLst/>
              <a:ahLst/>
              <a:cxnLst/>
              <a:rect l="l" t="t" r="r" b="b"/>
              <a:pathLst>
                <a:path w="287655">
                  <a:moveTo>
                    <a:pt x="0" y="0"/>
                  </a:moveTo>
                  <a:lnTo>
                    <a:pt x="287654" y="0"/>
                  </a:lnTo>
                </a:path>
              </a:pathLst>
            </a:custGeom>
            <a:ln w="329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458533" y="2682811"/>
              <a:ext cx="287655" cy="0"/>
            </a:xfrm>
            <a:custGeom>
              <a:avLst/>
              <a:gdLst/>
              <a:ahLst/>
              <a:cxnLst/>
              <a:rect l="l" t="t" r="r" b="b"/>
              <a:pathLst>
                <a:path w="287655">
                  <a:moveTo>
                    <a:pt x="0" y="0"/>
                  </a:moveTo>
                  <a:lnTo>
                    <a:pt x="287654" y="0"/>
                  </a:lnTo>
                </a:path>
              </a:pathLst>
            </a:custGeom>
            <a:ln w="329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458533" y="2859595"/>
              <a:ext cx="287655" cy="0"/>
            </a:xfrm>
            <a:custGeom>
              <a:avLst/>
              <a:gdLst/>
              <a:ahLst/>
              <a:cxnLst/>
              <a:rect l="l" t="t" r="r" b="b"/>
              <a:pathLst>
                <a:path w="287655">
                  <a:moveTo>
                    <a:pt x="0" y="0"/>
                  </a:moveTo>
                  <a:lnTo>
                    <a:pt x="287654" y="0"/>
                  </a:lnTo>
                </a:path>
              </a:pathLst>
            </a:custGeom>
            <a:ln w="329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458533" y="3036284"/>
              <a:ext cx="287655" cy="0"/>
            </a:xfrm>
            <a:custGeom>
              <a:avLst/>
              <a:gdLst/>
              <a:ahLst/>
              <a:cxnLst/>
              <a:rect l="l" t="t" r="r" b="b"/>
              <a:pathLst>
                <a:path w="287655">
                  <a:moveTo>
                    <a:pt x="0" y="0"/>
                  </a:moveTo>
                  <a:lnTo>
                    <a:pt x="287654" y="0"/>
                  </a:lnTo>
                </a:path>
              </a:pathLst>
            </a:custGeom>
            <a:ln w="329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458533" y="3213068"/>
              <a:ext cx="287655" cy="0"/>
            </a:xfrm>
            <a:custGeom>
              <a:avLst/>
              <a:gdLst/>
              <a:ahLst/>
              <a:cxnLst/>
              <a:rect l="l" t="t" r="r" b="b"/>
              <a:pathLst>
                <a:path w="287655">
                  <a:moveTo>
                    <a:pt x="0" y="0"/>
                  </a:moveTo>
                  <a:lnTo>
                    <a:pt x="287654" y="0"/>
                  </a:lnTo>
                </a:path>
              </a:pathLst>
            </a:custGeom>
            <a:ln w="329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458533" y="3417189"/>
              <a:ext cx="287655" cy="0"/>
            </a:xfrm>
            <a:custGeom>
              <a:avLst/>
              <a:gdLst/>
              <a:ahLst/>
              <a:cxnLst/>
              <a:rect l="l" t="t" r="r" b="b"/>
              <a:pathLst>
                <a:path w="287655">
                  <a:moveTo>
                    <a:pt x="0" y="0"/>
                  </a:moveTo>
                  <a:lnTo>
                    <a:pt x="287654" y="0"/>
                  </a:lnTo>
                </a:path>
              </a:pathLst>
            </a:custGeom>
            <a:ln w="329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458533" y="3593973"/>
              <a:ext cx="287655" cy="0"/>
            </a:xfrm>
            <a:custGeom>
              <a:avLst/>
              <a:gdLst/>
              <a:ahLst/>
              <a:cxnLst/>
              <a:rect l="l" t="t" r="r" b="b"/>
              <a:pathLst>
                <a:path w="287655">
                  <a:moveTo>
                    <a:pt x="0" y="0"/>
                  </a:moveTo>
                  <a:lnTo>
                    <a:pt x="287654" y="0"/>
                  </a:lnTo>
                </a:path>
              </a:pathLst>
            </a:custGeom>
            <a:ln w="329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458533" y="3770757"/>
              <a:ext cx="287655" cy="0"/>
            </a:xfrm>
            <a:custGeom>
              <a:avLst/>
              <a:gdLst/>
              <a:ahLst/>
              <a:cxnLst/>
              <a:rect l="l" t="t" r="r" b="b"/>
              <a:pathLst>
                <a:path w="287655">
                  <a:moveTo>
                    <a:pt x="0" y="0"/>
                  </a:moveTo>
                  <a:lnTo>
                    <a:pt x="287654" y="0"/>
                  </a:lnTo>
                </a:path>
              </a:pathLst>
            </a:custGeom>
            <a:ln w="329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458533" y="3947445"/>
              <a:ext cx="287655" cy="0"/>
            </a:xfrm>
            <a:custGeom>
              <a:avLst/>
              <a:gdLst/>
              <a:ahLst/>
              <a:cxnLst/>
              <a:rect l="l" t="t" r="r" b="b"/>
              <a:pathLst>
                <a:path w="287655">
                  <a:moveTo>
                    <a:pt x="0" y="0"/>
                  </a:moveTo>
                  <a:lnTo>
                    <a:pt x="287654" y="0"/>
                  </a:lnTo>
                </a:path>
              </a:pathLst>
            </a:custGeom>
            <a:ln w="329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458533" y="4124229"/>
              <a:ext cx="287655" cy="0"/>
            </a:xfrm>
            <a:custGeom>
              <a:avLst/>
              <a:gdLst/>
              <a:ahLst/>
              <a:cxnLst/>
              <a:rect l="l" t="t" r="r" b="b"/>
              <a:pathLst>
                <a:path w="287655">
                  <a:moveTo>
                    <a:pt x="0" y="0"/>
                  </a:moveTo>
                  <a:lnTo>
                    <a:pt x="287654" y="0"/>
                  </a:lnTo>
                </a:path>
              </a:pathLst>
            </a:custGeom>
            <a:ln w="329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458533" y="4300918"/>
              <a:ext cx="287655" cy="0"/>
            </a:xfrm>
            <a:custGeom>
              <a:avLst/>
              <a:gdLst/>
              <a:ahLst/>
              <a:cxnLst/>
              <a:rect l="l" t="t" r="r" b="b"/>
              <a:pathLst>
                <a:path w="287655">
                  <a:moveTo>
                    <a:pt x="0" y="0"/>
                  </a:moveTo>
                  <a:lnTo>
                    <a:pt x="287654" y="0"/>
                  </a:lnTo>
                </a:path>
              </a:pathLst>
            </a:custGeom>
            <a:ln w="329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458533" y="4477702"/>
              <a:ext cx="287655" cy="0"/>
            </a:xfrm>
            <a:custGeom>
              <a:avLst/>
              <a:gdLst/>
              <a:ahLst/>
              <a:cxnLst/>
              <a:rect l="l" t="t" r="r" b="b"/>
              <a:pathLst>
                <a:path w="287655">
                  <a:moveTo>
                    <a:pt x="0" y="0"/>
                  </a:moveTo>
                  <a:lnTo>
                    <a:pt x="287654" y="0"/>
                  </a:lnTo>
                </a:path>
              </a:pathLst>
            </a:custGeom>
            <a:ln w="329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458533" y="4654391"/>
              <a:ext cx="287655" cy="0"/>
            </a:xfrm>
            <a:custGeom>
              <a:avLst/>
              <a:gdLst/>
              <a:ahLst/>
              <a:cxnLst/>
              <a:rect l="l" t="t" r="r" b="b"/>
              <a:pathLst>
                <a:path w="287655">
                  <a:moveTo>
                    <a:pt x="0" y="0"/>
                  </a:moveTo>
                  <a:lnTo>
                    <a:pt x="287654" y="0"/>
                  </a:lnTo>
                </a:path>
              </a:pathLst>
            </a:custGeom>
            <a:ln w="329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458533" y="4831175"/>
              <a:ext cx="287655" cy="0"/>
            </a:xfrm>
            <a:custGeom>
              <a:avLst/>
              <a:gdLst/>
              <a:ahLst/>
              <a:cxnLst/>
              <a:rect l="l" t="t" r="r" b="b"/>
              <a:pathLst>
                <a:path w="287655">
                  <a:moveTo>
                    <a:pt x="0" y="0"/>
                  </a:moveTo>
                  <a:lnTo>
                    <a:pt x="287654" y="0"/>
                  </a:lnTo>
                </a:path>
              </a:pathLst>
            </a:custGeom>
            <a:ln w="329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458533" y="5007864"/>
              <a:ext cx="287655" cy="0"/>
            </a:xfrm>
            <a:custGeom>
              <a:avLst/>
              <a:gdLst/>
              <a:ahLst/>
              <a:cxnLst/>
              <a:rect l="l" t="t" r="r" b="b"/>
              <a:pathLst>
                <a:path w="287655">
                  <a:moveTo>
                    <a:pt x="0" y="0"/>
                  </a:moveTo>
                  <a:lnTo>
                    <a:pt x="287654" y="0"/>
                  </a:lnTo>
                </a:path>
              </a:pathLst>
            </a:custGeom>
            <a:ln w="329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458533" y="5184648"/>
              <a:ext cx="287655" cy="0"/>
            </a:xfrm>
            <a:custGeom>
              <a:avLst/>
              <a:gdLst/>
              <a:ahLst/>
              <a:cxnLst/>
              <a:rect l="l" t="t" r="r" b="b"/>
              <a:pathLst>
                <a:path w="287655">
                  <a:moveTo>
                    <a:pt x="0" y="0"/>
                  </a:moveTo>
                  <a:lnTo>
                    <a:pt x="287654" y="0"/>
                  </a:lnTo>
                </a:path>
              </a:pathLst>
            </a:custGeom>
            <a:ln w="329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458533" y="5388864"/>
              <a:ext cx="287655" cy="0"/>
            </a:xfrm>
            <a:custGeom>
              <a:avLst/>
              <a:gdLst/>
              <a:ahLst/>
              <a:cxnLst/>
              <a:rect l="l" t="t" r="r" b="b"/>
              <a:pathLst>
                <a:path w="287655">
                  <a:moveTo>
                    <a:pt x="0" y="0"/>
                  </a:moveTo>
                  <a:lnTo>
                    <a:pt x="287654" y="0"/>
                  </a:lnTo>
                </a:path>
              </a:pathLst>
            </a:custGeom>
            <a:ln w="329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458533" y="5565552"/>
              <a:ext cx="287655" cy="0"/>
            </a:xfrm>
            <a:custGeom>
              <a:avLst/>
              <a:gdLst/>
              <a:ahLst/>
              <a:cxnLst/>
              <a:rect l="l" t="t" r="r" b="b"/>
              <a:pathLst>
                <a:path w="287655">
                  <a:moveTo>
                    <a:pt x="0" y="0"/>
                  </a:moveTo>
                  <a:lnTo>
                    <a:pt x="287654" y="0"/>
                  </a:lnTo>
                </a:path>
              </a:pathLst>
            </a:custGeom>
            <a:ln w="329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458533" y="5742336"/>
              <a:ext cx="287655" cy="0"/>
            </a:xfrm>
            <a:custGeom>
              <a:avLst/>
              <a:gdLst/>
              <a:ahLst/>
              <a:cxnLst/>
              <a:rect l="l" t="t" r="r" b="b"/>
              <a:pathLst>
                <a:path w="287655">
                  <a:moveTo>
                    <a:pt x="0" y="0"/>
                  </a:moveTo>
                  <a:lnTo>
                    <a:pt x="287654" y="0"/>
                  </a:lnTo>
                </a:path>
              </a:pathLst>
            </a:custGeom>
            <a:ln w="329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458533" y="5919025"/>
              <a:ext cx="287655" cy="0"/>
            </a:xfrm>
            <a:custGeom>
              <a:avLst/>
              <a:gdLst/>
              <a:ahLst/>
              <a:cxnLst/>
              <a:rect l="l" t="t" r="r" b="b"/>
              <a:pathLst>
                <a:path w="287655">
                  <a:moveTo>
                    <a:pt x="0" y="0"/>
                  </a:moveTo>
                  <a:lnTo>
                    <a:pt x="287654" y="0"/>
                  </a:lnTo>
                </a:path>
              </a:pathLst>
            </a:custGeom>
            <a:ln w="329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458533" y="6095809"/>
              <a:ext cx="287655" cy="0"/>
            </a:xfrm>
            <a:custGeom>
              <a:avLst/>
              <a:gdLst/>
              <a:ahLst/>
              <a:cxnLst/>
              <a:rect l="l" t="t" r="r" b="b"/>
              <a:pathLst>
                <a:path w="287655">
                  <a:moveTo>
                    <a:pt x="0" y="0"/>
                  </a:moveTo>
                  <a:lnTo>
                    <a:pt x="287654" y="0"/>
                  </a:lnTo>
                </a:path>
              </a:pathLst>
            </a:custGeom>
            <a:ln w="329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746188" y="683799"/>
              <a:ext cx="2043430" cy="5616575"/>
            </a:xfrm>
            <a:custGeom>
              <a:avLst/>
              <a:gdLst/>
              <a:ahLst/>
              <a:cxnLst/>
              <a:rect l="l" t="t" r="r" b="b"/>
              <a:pathLst>
                <a:path w="2043430" h="5616575">
                  <a:moveTo>
                    <a:pt x="2043017" y="0"/>
                  </a:moveTo>
                  <a:lnTo>
                    <a:pt x="2043017" y="5616225"/>
                  </a:lnTo>
                </a:path>
                <a:path w="2043430" h="5616575">
                  <a:moveTo>
                    <a:pt x="0" y="0"/>
                  </a:moveTo>
                  <a:lnTo>
                    <a:pt x="0" y="5616225"/>
                  </a:lnTo>
                </a:path>
              </a:pathLst>
            </a:custGeom>
            <a:ln w="329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746188" y="458724"/>
              <a:ext cx="0" cy="225425"/>
            </a:xfrm>
            <a:custGeom>
              <a:avLst/>
              <a:gdLst/>
              <a:ahLst/>
              <a:cxnLst/>
              <a:rect l="l" t="t" r="r" b="b"/>
              <a:pathLst>
                <a:path h="225425">
                  <a:moveTo>
                    <a:pt x="0" y="0"/>
                  </a:moveTo>
                  <a:lnTo>
                    <a:pt x="0" y="225075"/>
                  </a:lnTo>
                </a:path>
              </a:pathLst>
            </a:custGeom>
            <a:ln w="329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2789205" y="458724"/>
              <a:ext cx="0" cy="225425"/>
            </a:xfrm>
            <a:custGeom>
              <a:avLst/>
              <a:gdLst/>
              <a:ahLst/>
              <a:cxnLst/>
              <a:rect l="l" t="t" r="r" b="b"/>
              <a:pathLst>
                <a:path h="225425">
                  <a:moveTo>
                    <a:pt x="0" y="0"/>
                  </a:moveTo>
                  <a:lnTo>
                    <a:pt x="0" y="225075"/>
                  </a:lnTo>
                </a:path>
              </a:pathLst>
            </a:custGeom>
            <a:ln w="329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748379" y="887920"/>
              <a:ext cx="2040889" cy="5208270"/>
            </a:xfrm>
            <a:custGeom>
              <a:avLst/>
              <a:gdLst/>
              <a:ahLst/>
              <a:cxnLst/>
              <a:rect l="l" t="t" r="r" b="b"/>
              <a:pathLst>
                <a:path w="2040889" h="5208270">
                  <a:moveTo>
                    <a:pt x="0" y="0"/>
                  </a:moveTo>
                  <a:lnTo>
                    <a:pt x="2040826" y="0"/>
                  </a:lnTo>
                </a:path>
                <a:path w="2040889" h="5208270">
                  <a:moveTo>
                    <a:pt x="0" y="176783"/>
                  </a:moveTo>
                  <a:lnTo>
                    <a:pt x="2040826" y="176783"/>
                  </a:lnTo>
                </a:path>
                <a:path w="2040889" h="5208270">
                  <a:moveTo>
                    <a:pt x="0" y="353472"/>
                  </a:moveTo>
                  <a:lnTo>
                    <a:pt x="2040826" y="353472"/>
                  </a:lnTo>
                </a:path>
                <a:path w="2040889" h="5208270">
                  <a:moveTo>
                    <a:pt x="0" y="530256"/>
                  </a:moveTo>
                  <a:lnTo>
                    <a:pt x="2040826" y="530256"/>
                  </a:lnTo>
                </a:path>
                <a:path w="2040889" h="5208270">
                  <a:moveTo>
                    <a:pt x="0" y="707040"/>
                  </a:moveTo>
                  <a:lnTo>
                    <a:pt x="2040826" y="707040"/>
                  </a:lnTo>
                </a:path>
                <a:path w="2040889" h="5208270">
                  <a:moveTo>
                    <a:pt x="0" y="883729"/>
                  </a:moveTo>
                  <a:lnTo>
                    <a:pt x="2040826" y="883729"/>
                  </a:lnTo>
                </a:path>
                <a:path w="2040889" h="5208270">
                  <a:moveTo>
                    <a:pt x="0" y="1087945"/>
                  </a:moveTo>
                  <a:lnTo>
                    <a:pt x="2040826" y="1087945"/>
                  </a:lnTo>
                </a:path>
                <a:path w="2040889" h="5208270">
                  <a:moveTo>
                    <a:pt x="0" y="1264634"/>
                  </a:moveTo>
                  <a:lnTo>
                    <a:pt x="2040826" y="1264634"/>
                  </a:lnTo>
                </a:path>
                <a:path w="2040889" h="5208270">
                  <a:moveTo>
                    <a:pt x="0" y="1441418"/>
                  </a:moveTo>
                  <a:lnTo>
                    <a:pt x="2040826" y="1441418"/>
                  </a:lnTo>
                </a:path>
                <a:path w="2040889" h="5208270">
                  <a:moveTo>
                    <a:pt x="0" y="1618202"/>
                  </a:moveTo>
                  <a:lnTo>
                    <a:pt x="2040826" y="1618202"/>
                  </a:lnTo>
                </a:path>
                <a:path w="2040889" h="5208270">
                  <a:moveTo>
                    <a:pt x="0" y="1794891"/>
                  </a:moveTo>
                  <a:lnTo>
                    <a:pt x="2040826" y="1794891"/>
                  </a:lnTo>
                </a:path>
                <a:path w="2040889" h="5208270">
                  <a:moveTo>
                    <a:pt x="0" y="1971675"/>
                  </a:moveTo>
                  <a:lnTo>
                    <a:pt x="2040826" y="1971675"/>
                  </a:lnTo>
                </a:path>
                <a:path w="2040889" h="5208270">
                  <a:moveTo>
                    <a:pt x="0" y="2148363"/>
                  </a:moveTo>
                  <a:lnTo>
                    <a:pt x="2040826" y="2148363"/>
                  </a:lnTo>
                </a:path>
                <a:path w="2040889" h="5208270">
                  <a:moveTo>
                    <a:pt x="0" y="2325147"/>
                  </a:moveTo>
                  <a:lnTo>
                    <a:pt x="2040826" y="2325147"/>
                  </a:lnTo>
                </a:path>
                <a:path w="2040889" h="5208270">
                  <a:moveTo>
                    <a:pt x="0" y="2529268"/>
                  </a:moveTo>
                  <a:lnTo>
                    <a:pt x="2040826" y="2529268"/>
                  </a:lnTo>
                </a:path>
                <a:path w="2040889" h="5208270">
                  <a:moveTo>
                    <a:pt x="0" y="2706052"/>
                  </a:moveTo>
                  <a:lnTo>
                    <a:pt x="2040826" y="2706052"/>
                  </a:lnTo>
                </a:path>
                <a:path w="2040889" h="5208270">
                  <a:moveTo>
                    <a:pt x="0" y="2882836"/>
                  </a:moveTo>
                  <a:lnTo>
                    <a:pt x="2040826" y="2882836"/>
                  </a:lnTo>
                </a:path>
                <a:path w="2040889" h="5208270">
                  <a:moveTo>
                    <a:pt x="0" y="3059525"/>
                  </a:moveTo>
                  <a:lnTo>
                    <a:pt x="2040826" y="3059525"/>
                  </a:lnTo>
                </a:path>
                <a:path w="2040889" h="5208270">
                  <a:moveTo>
                    <a:pt x="0" y="3236309"/>
                  </a:moveTo>
                  <a:lnTo>
                    <a:pt x="2040826" y="3236309"/>
                  </a:lnTo>
                </a:path>
                <a:path w="2040889" h="5208270">
                  <a:moveTo>
                    <a:pt x="0" y="3412998"/>
                  </a:moveTo>
                  <a:lnTo>
                    <a:pt x="2040826" y="3412998"/>
                  </a:lnTo>
                </a:path>
                <a:path w="2040889" h="5208270">
                  <a:moveTo>
                    <a:pt x="0" y="3589782"/>
                  </a:moveTo>
                  <a:lnTo>
                    <a:pt x="2040826" y="3589782"/>
                  </a:lnTo>
                </a:path>
                <a:path w="2040889" h="5208270">
                  <a:moveTo>
                    <a:pt x="0" y="3766470"/>
                  </a:moveTo>
                  <a:lnTo>
                    <a:pt x="2040826" y="3766470"/>
                  </a:lnTo>
                </a:path>
                <a:path w="2040889" h="5208270">
                  <a:moveTo>
                    <a:pt x="0" y="3943254"/>
                  </a:moveTo>
                  <a:lnTo>
                    <a:pt x="2040826" y="3943254"/>
                  </a:lnTo>
                </a:path>
                <a:path w="2040889" h="5208270">
                  <a:moveTo>
                    <a:pt x="0" y="4119943"/>
                  </a:moveTo>
                  <a:lnTo>
                    <a:pt x="2040826" y="4119943"/>
                  </a:lnTo>
                </a:path>
                <a:path w="2040889" h="5208270">
                  <a:moveTo>
                    <a:pt x="0" y="4296727"/>
                  </a:moveTo>
                  <a:lnTo>
                    <a:pt x="2040826" y="4296727"/>
                  </a:lnTo>
                </a:path>
                <a:path w="2040889" h="5208270">
                  <a:moveTo>
                    <a:pt x="0" y="4500943"/>
                  </a:moveTo>
                  <a:lnTo>
                    <a:pt x="2040826" y="4500943"/>
                  </a:lnTo>
                </a:path>
                <a:path w="2040889" h="5208270">
                  <a:moveTo>
                    <a:pt x="0" y="4677632"/>
                  </a:moveTo>
                  <a:lnTo>
                    <a:pt x="2040826" y="4677632"/>
                  </a:lnTo>
                </a:path>
                <a:path w="2040889" h="5208270">
                  <a:moveTo>
                    <a:pt x="0" y="4854416"/>
                  </a:moveTo>
                  <a:lnTo>
                    <a:pt x="2040826" y="4854416"/>
                  </a:lnTo>
                </a:path>
                <a:path w="2040889" h="5208270">
                  <a:moveTo>
                    <a:pt x="0" y="5031104"/>
                  </a:moveTo>
                  <a:lnTo>
                    <a:pt x="2040826" y="5031104"/>
                  </a:lnTo>
                </a:path>
                <a:path w="2040889" h="5208270">
                  <a:moveTo>
                    <a:pt x="0" y="5207888"/>
                  </a:moveTo>
                  <a:lnTo>
                    <a:pt x="2040826" y="5207888"/>
                  </a:lnTo>
                </a:path>
              </a:pathLst>
            </a:custGeom>
            <a:ln w="4762">
              <a:solidFill>
                <a:srgbClr val="D4D4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2789205" y="887920"/>
              <a:ext cx="6807834" cy="0"/>
            </a:xfrm>
            <a:custGeom>
              <a:avLst/>
              <a:gdLst/>
              <a:ahLst/>
              <a:cxnLst/>
              <a:rect l="l" t="t" r="r" b="b"/>
              <a:pathLst>
                <a:path w="6807834">
                  <a:moveTo>
                    <a:pt x="0" y="0"/>
                  </a:moveTo>
                  <a:lnTo>
                    <a:pt x="6807517" y="0"/>
                  </a:lnTo>
                </a:path>
              </a:pathLst>
            </a:custGeom>
            <a:ln w="4762">
              <a:solidFill>
                <a:srgbClr val="D8D8D8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2789205" y="1064704"/>
              <a:ext cx="6807834" cy="0"/>
            </a:xfrm>
            <a:custGeom>
              <a:avLst/>
              <a:gdLst/>
              <a:ahLst/>
              <a:cxnLst/>
              <a:rect l="l" t="t" r="r" b="b"/>
              <a:pathLst>
                <a:path w="6807834">
                  <a:moveTo>
                    <a:pt x="0" y="0"/>
                  </a:moveTo>
                  <a:lnTo>
                    <a:pt x="6807517" y="0"/>
                  </a:lnTo>
                </a:path>
              </a:pathLst>
            </a:custGeom>
            <a:ln w="4762">
              <a:solidFill>
                <a:srgbClr val="D8D8D8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2789205" y="1241393"/>
              <a:ext cx="6807834" cy="0"/>
            </a:xfrm>
            <a:custGeom>
              <a:avLst/>
              <a:gdLst/>
              <a:ahLst/>
              <a:cxnLst/>
              <a:rect l="l" t="t" r="r" b="b"/>
              <a:pathLst>
                <a:path w="6807834">
                  <a:moveTo>
                    <a:pt x="0" y="0"/>
                  </a:moveTo>
                  <a:lnTo>
                    <a:pt x="6807517" y="0"/>
                  </a:lnTo>
                </a:path>
              </a:pathLst>
            </a:custGeom>
            <a:ln w="4762">
              <a:solidFill>
                <a:srgbClr val="D8D8D8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2789205" y="1418177"/>
              <a:ext cx="6807834" cy="0"/>
            </a:xfrm>
            <a:custGeom>
              <a:avLst/>
              <a:gdLst/>
              <a:ahLst/>
              <a:cxnLst/>
              <a:rect l="l" t="t" r="r" b="b"/>
              <a:pathLst>
                <a:path w="6807834">
                  <a:moveTo>
                    <a:pt x="0" y="0"/>
                  </a:moveTo>
                  <a:lnTo>
                    <a:pt x="6807517" y="0"/>
                  </a:lnTo>
                </a:path>
              </a:pathLst>
            </a:custGeom>
            <a:ln w="4762">
              <a:solidFill>
                <a:srgbClr val="D8D8D8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2789205" y="1594961"/>
              <a:ext cx="6807834" cy="0"/>
            </a:xfrm>
            <a:custGeom>
              <a:avLst/>
              <a:gdLst/>
              <a:ahLst/>
              <a:cxnLst/>
              <a:rect l="l" t="t" r="r" b="b"/>
              <a:pathLst>
                <a:path w="6807834">
                  <a:moveTo>
                    <a:pt x="0" y="0"/>
                  </a:moveTo>
                  <a:lnTo>
                    <a:pt x="6807517" y="0"/>
                  </a:lnTo>
                </a:path>
              </a:pathLst>
            </a:custGeom>
            <a:ln w="4762">
              <a:solidFill>
                <a:srgbClr val="D8D8D8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2789205" y="1771650"/>
              <a:ext cx="6807834" cy="0"/>
            </a:xfrm>
            <a:custGeom>
              <a:avLst/>
              <a:gdLst/>
              <a:ahLst/>
              <a:cxnLst/>
              <a:rect l="l" t="t" r="r" b="b"/>
              <a:pathLst>
                <a:path w="6807834">
                  <a:moveTo>
                    <a:pt x="0" y="0"/>
                  </a:moveTo>
                  <a:lnTo>
                    <a:pt x="6807517" y="0"/>
                  </a:lnTo>
                </a:path>
              </a:pathLst>
            </a:custGeom>
            <a:ln w="4762">
              <a:solidFill>
                <a:srgbClr val="D8D8D8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2789205" y="1975866"/>
              <a:ext cx="6807834" cy="0"/>
            </a:xfrm>
            <a:custGeom>
              <a:avLst/>
              <a:gdLst/>
              <a:ahLst/>
              <a:cxnLst/>
              <a:rect l="l" t="t" r="r" b="b"/>
              <a:pathLst>
                <a:path w="6807834">
                  <a:moveTo>
                    <a:pt x="0" y="0"/>
                  </a:moveTo>
                  <a:lnTo>
                    <a:pt x="6807517" y="0"/>
                  </a:lnTo>
                </a:path>
              </a:pathLst>
            </a:custGeom>
            <a:ln w="4762">
              <a:solidFill>
                <a:srgbClr val="D8D8D8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2789205" y="2152554"/>
              <a:ext cx="6807834" cy="0"/>
            </a:xfrm>
            <a:custGeom>
              <a:avLst/>
              <a:gdLst/>
              <a:ahLst/>
              <a:cxnLst/>
              <a:rect l="l" t="t" r="r" b="b"/>
              <a:pathLst>
                <a:path w="6807834">
                  <a:moveTo>
                    <a:pt x="0" y="0"/>
                  </a:moveTo>
                  <a:lnTo>
                    <a:pt x="6807517" y="0"/>
                  </a:lnTo>
                </a:path>
              </a:pathLst>
            </a:custGeom>
            <a:ln w="4762">
              <a:solidFill>
                <a:srgbClr val="D8D8D8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2789205" y="2329338"/>
              <a:ext cx="6807834" cy="0"/>
            </a:xfrm>
            <a:custGeom>
              <a:avLst/>
              <a:gdLst/>
              <a:ahLst/>
              <a:cxnLst/>
              <a:rect l="l" t="t" r="r" b="b"/>
              <a:pathLst>
                <a:path w="6807834">
                  <a:moveTo>
                    <a:pt x="0" y="0"/>
                  </a:moveTo>
                  <a:lnTo>
                    <a:pt x="6807517" y="0"/>
                  </a:lnTo>
                </a:path>
              </a:pathLst>
            </a:custGeom>
            <a:ln w="4762">
              <a:solidFill>
                <a:srgbClr val="D8D8D8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2789205" y="2506122"/>
              <a:ext cx="6807834" cy="0"/>
            </a:xfrm>
            <a:custGeom>
              <a:avLst/>
              <a:gdLst/>
              <a:ahLst/>
              <a:cxnLst/>
              <a:rect l="l" t="t" r="r" b="b"/>
              <a:pathLst>
                <a:path w="6807834">
                  <a:moveTo>
                    <a:pt x="0" y="0"/>
                  </a:moveTo>
                  <a:lnTo>
                    <a:pt x="6807517" y="0"/>
                  </a:lnTo>
                </a:path>
              </a:pathLst>
            </a:custGeom>
            <a:ln w="4762">
              <a:solidFill>
                <a:srgbClr val="D8D8D8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2789205" y="2682811"/>
              <a:ext cx="6807834" cy="0"/>
            </a:xfrm>
            <a:custGeom>
              <a:avLst/>
              <a:gdLst/>
              <a:ahLst/>
              <a:cxnLst/>
              <a:rect l="l" t="t" r="r" b="b"/>
              <a:pathLst>
                <a:path w="6807834">
                  <a:moveTo>
                    <a:pt x="0" y="0"/>
                  </a:moveTo>
                  <a:lnTo>
                    <a:pt x="6807517" y="0"/>
                  </a:lnTo>
                </a:path>
              </a:pathLst>
            </a:custGeom>
            <a:ln w="4762">
              <a:solidFill>
                <a:srgbClr val="D8D8D8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2789205" y="2859595"/>
              <a:ext cx="6807834" cy="0"/>
            </a:xfrm>
            <a:custGeom>
              <a:avLst/>
              <a:gdLst/>
              <a:ahLst/>
              <a:cxnLst/>
              <a:rect l="l" t="t" r="r" b="b"/>
              <a:pathLst>
                <a:path w="6807834">
                  <a:moveTo>
                    <a:pt x="0" y="0"/>
                  </a:moveTo>
                  <a:lnTo>
                    <a:pt x="6807517" y="0"/>
                  </a:lnTo>
                </a:path>
              </a:pathLst>
            </a:custGeom>
            <a:ln w="4762">
              <a:solidFill>
                <a:srgbClr val="D8D8D8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2789205" y="3036284"/>
              <a:ext cx="6807834" cy="0"/>
            </a:xfrm>
            <a:custGeom>
              <a:avLst/>
              <a:gdLst/>
              <a:ahLst/>
              <a:cxnLst/>
              <a:rect l="l" t="t" r="r" b="b"/>
              <a:pathLst>
                <a:path w="6807834">
                  <a:moveTo>
                    <a:pt x="0" y="0"/>
                  </a:moveTo>
                  <a:lnTo>
                    <a:pt x="6807517" y="0"/>
                  </a:lnTo>
                </a:path>
              </a:pathLst>
            </a:custGeom>
            <a:ln w="4762">
              <a:solidFill>
                <a:srgbClr val="D8D8D8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2789205" y="3213068"/>
              <a:ext cx="6807834" cy="0"/>
            </a:xfrm>
            <a:custGeom>
              <a:avLst/>
              <a:gdLst/>
              <a:ahLst/>
              <a:cxnLst/>
              <a:rect l="l" t="t" r="r" b="b"/>
              <a:pathLst>
                <a:path w="6807834">
                  <a:moveTo>
                    <a:pt x="0" y="0"/>
                  </a:moveTo>
                  <a:lnTo>
                    <a:pt x="6807517" y="0"/>
                  </a:lnTo>
                </a:path>
              </a:pathLst>
            </a:custGeom>
            <a:ln w="4762">
              <a:solidFill>
                <a:srgbClr val="D8D8D8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2789205" y="3417189"/>
              <a:ext cx="6807834" cy="0"/>
            </a:xfrm>
            <a:custGeom>
              <a:avLst/>
              <a:gdLst/>
              <a:ahLst/>
              <a:cxnLst/>
              <a:rect l="l" t="t" r="r" b="b"/>
              <a:pathLst>
                <a:path w="6807834">
                  <a:moveTo>
                    <a:pt x="0" y="0"/>
                  </a:moveTo>
                  <a:lnTo>
                    <a:pt x="6807517" y="0"/>
                  </a:lnTo>
                </a:path>
              </a:pathLst>
            </a:custGeom>
            <a:ln w="4762">
              <a:solidFill>
                <a:srgbClr val="D8D8D8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2789205" y="3593973"/>
              <a:ext cx="6807834" cy="0"/>
            </a:xfrm>
            <a:custGeom>
              <a:avLst/>
              <a:gdLst/>
              <a:ahLst/>
              <a:cxnLst/>
              <a:rect l="l" t="t" r="r" b="b"/>
              <a:pathLst>
                <a:path w="6807834">
                  <a:moveTo>
                    <a:pt x="0" y="0"/>
                  </a:moveTo>
                  <a:lnTo>
                    <a:pt x="6807517" y="0"/>
                  </a:lnTo>
                </a:path>
              </a:pathLst>
            </a:custGeom>
            <a:ln w="4762">
              <a:solidFill>
                <a:srgbClr val="D8D8D8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2789205" y="3770757"/>
              <a:ext cx="6807834" cy="0"/>
            </a:xfrm>
            <a:custGeom>
              <a:avLst/>
              <a:gdLst/>
              <a:ahLst/>
              <a:cxnLst/>
              <a:rect l="l" t="t" r="r" b="b"/>
              <a:pathLst>
                <a:path w="6807834">
                  <a:moveTo>
                    <a:pt x="0" y="0"/>
                  </a:moveTo>
                  <a:lnTo>
                    <a:pt x="6807517" y="0"/>
                  </a:lnTo>
                </a:path>
              </a:pathLst>
            </a:custGeom>
            <a:ln w="4762">
              <a:solidFill>
                <a:srgbClr val="D8D8D8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2789205" y="3947445"/>
              <a:ext cx="6807834" cy="0"/>
            </a:xfrm>
            <a:custGeom>
              <a:avLst/>
              <a:gdLst/>
              <a:ahLst/>
              <a:cxnLst/>
              <a:rect l="l" t="t" r="r" b="b"/>
              <a:pathLst>
                <a:path w="6807834">
                  <a:moveTo>
                    <a:pt x="0" y="0"/>
                  </a:moveTo>
                  <a:lnTo>
                    <a:pt x="6807517" y="0"/>
                  </a:lnTo>
                </a:path>
              </a:pathLst>
            </a:custGeom>
            <a:ln w="4762">
              <a:solidFill>
                <a:srgbClr val="D8D8D8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2789205" y="4124229"/>
              <a:ext cx="6807834" cy="0"/>
            </a:xfrm>
            <a:custGeom>
              <a:avLst/>
              <a:gdLst/>
              <a:ahLst/>
              <a:cxnLst/>
              <a:rect l="l" t="t" r="r" b="b"/>
              <a:pathLst>
                <a:path w="6807834">
                  <a:moveTo>
                    <a:pt x="0" y="0"/>
                  </a:moveTo>
                  <a:lnTo>
                    <a:pt x="6807517" y="0"/>
                  </a:lnTo>
                </a:path>
              </a:pathLst>
            </a:custGeom>
            <a:ln w="4762">
              <a:solidFill>
                <a:srgbClr val="D8D8D8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2789205" y="4300918"/>
              <a:ext cx="6807834" cy="0"/>
            </a:xfrm>
            <a:custGeom>
              <a:avLst/>
              <a:gdLst/>
              <a:ahLst/>
              <a:cxnLst/>
              <a:rect l="l" t="t" r="r" b="b"/>
              <a:pathLst>
                <a:path w="6807834">
                  <a:moveTo>
                    <a:pt x="0" y="0"/>
                  </a:moveTo>
                  <a:lnTo>
                    <a:pt x="6807517" y="0"/>
                  </a:lnTo>
                </a:path>
              </a:pathLst>
            </a:custGeom>
            <a:ln w="4762">
              <a:solidFill>
                <a:srgbClr val="D8D8D8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2789205" y="4477702"/>
              <a:ext cx="6807834" cy="0"/>
            </a:xfrm>
            <a:custGeom>
              <a:avLst/>
              <a:gdLst/>
              <a:ahLst/>
              <a:cxnLst/>
              <a:rect l="l" t="t" r="r" b="b"/>
              <a:pathLst>
                <a:path w="6807834">
                  <a:moveTo>
                    <a:pt x="0" y="0"/>
                  </a:moveTo>
                  <a:lnTo>
                    <a:pt x="6807517" y="0"/>
                  </a:lnTo>
                </a:path>
              </a:pathLst>
            </a:custGeom>
            <a:ln w="4762">
              <a:solidFill>
                <a:srgbClr val="D8D8D8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2789205" y="4654391"/>
              <a:ext cx="6807834" cy="0"/>
            </a:xfrm>
            <a:custGeom>
              <a:avLst/>
              <a:gdLst/>
              <a:ahLst/>
              <a:cxnLst/>
              <a:rect l="l" t="t" r="r" b="b"/>
              <a:pathLst>
                <a:path w="6807834">
                  <a:moveTo>
                    <a:pt x="0" y="0"/>
                  </a:moveTo>
                  <a:lnTo>
                    <a:pt x="6807517" y="0"/>
                  </a:lnTo>
                </a:path>
              </a:pathLst>
            </a:custGeom>
            <a:ln w="4762">
              <a:solidFill>
                <a:srgbClr val="D8D8D8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2789205" y="4831175"/>
              <a:ext cx="6807834" cy="0"/>
            </a:xfrm>
            <a:custGeom>
              <a:avLst/>
              <a:gdLst/>
              <a:ahLst/>
              <a:cxnLst/>
              <a:rect l="l" t="t" r="r" b="b"/>
              <a:pathLst>
                <a:path w="6807834">
                  <a:moveTo>
                    <a:pt x="0" y="0"/>
                  </a:moveTo>
                  <a:lnTo>
                    <a:pt x="6807517" y="0"/>
                  </a:lnTo>
                </a:path>
              </a:pathLst>
            </a:custGeom>
            <a:ln w="4762">
              <a:solidFill>
                <a:srgbClr val="D8D8D8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2789205" y="5007864"/>
              <a:ext cx="6807834" cy="0"/>
            </a:xfrm>
            <a:custGeom>
              <a:avLst/>
              <a:gdLst/>
              <a:ahLst/>
              <a:cxnLst/>
              <a:rect l="l" t="t" r="r" b="b"/>
              <a:pathLst>
                <a:path w="6807834">
                  <a:moveTo>
                    <a:pt x="0" y="0"/>
                  </a:moveTo>
                  <a:lnTo>
                    <a:pt x="6807517" y="0"/>
                  </a:lnTo>
                </a:path>
              </a:pathLst>
            </a:custGeom>
            <a:ln w="4762">
              <a:solidFill>
                <a:srgbClr val="D8D8D8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2789205" y="5184648"/>
              <a:ext cx="6807834" cy="0"/>
            </a:xfrm>
            <a:custGeom>
              <a:avLst/>
              <a:gdLst/>
              <a:ahLst/>
              <a:cxnLst/>
              <a:rect l="l" t="t" r="r" b="b"/>
              <a:pathLst>
                <a:path w="6807834">
                  <a:moveTo>
                    <a:pt x="0" y="0"/>
                  </a:moveTo>
                  <a:lnTo>
                    <a:pt x="6807517" y="0"/>
                  </a:lnTo>
                </a:path>
              </a:pathLst>
            </a:custGeom>
            <a:ln w="4762">
              <a:solidFill>
                <a:srgbClr val="D8D8D8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2789205" y="5388864"/>
              <a:ext cx="6807834" cy="0"/>
            </a:xfrm>
            <a:custGeom>
              <a:avLst/>
              <a:gdLst/>
              <a:ahLst/>
              <a:cxnLst/>
              <a:rect l="l" t="t" r="r" b="b"/>
              <a:pathLst>
                <a:path w="6807834">
                  <a:moveTo>
                    <a:pt x="0" y="0"/>
                  </a:moveTo>
                  <a:lnTo>
                    <a:pt x="6807517" y="0"/>
                  </a:lnTo>
                </a:path>
              </a:pathLst>
            </a:custGeom>
            <a:ln w="4762">
              <a:solidFill>
                <a:srgbClr val="D8D8D8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2789205" y="5565552"/>
              <a:ext cx="6807834" cy="0"/>
            </a:xfrm>
            <a:custGeom>
              <a:avLst/>
              <a:gdLst/>
              <a:ahLst/>
              <a:cxnLst/>
              <a:rect l="l" t="t" r="r" b="b"/>
              <a:pathLst>
                <a:path w="6807834">
                  <a:moveTo>
                    <a:pt x="0" y="0"/>
                  </a:moveTo>
                  <a:lnTo>
                    <a:pt x="6807517" y="0"/>
                  </a:lnTo>
                </a:path>
              </a:pathLst>
            </a:custGeom>
            <a:ln w="4762">
              <a:solidFill>
                <a:srgbClr val="D8D8D8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2789205" y="5742336"/>
              <a:ext cx="6807834" cy="0"/>
            </a:xfrm>
            <a:custGeom>
              <a:avLst/>
              <a:gdLst/>
              <a:ahLst/>
              <a:cxnLst/>
              <a:rect l="l" t="t" r="r" b="b"/>
              <a:pathLst>
                <a:path w="6807834">
                  <a:moveTo>
                    <a:pt x="0" y="0"/>
                  </a:moveTo>
                  <a:lnTo>
                    <a:pt x="6807517" y="0"/>
                  </a:lnTo>
                </a:path>
              </a:pathLst>
            </a:custGeom>
            <a:ln w="4762">
              <a:solidFill>
                <a:srgbClr val="D8D8D8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2789205" y="5919025"/>
              <a:ext cx="6807834" cy="0"/>
            </a:xfrm>
            <a:custGeom>
              <a:avLst/>
              <a:gdLst/>
              <a:ahLst/>
              <a:cxnLst/>
              <a:rect l="l" t="t" r="r" b="b"/>
              <a:pathLst>
                <a:path w="6807834">
                  <a:moveTo>
                    <a:pt x="0" y="0"/>
                  </a:moveTo>
                  <a:lnTo>
                    <a:pt x="6807517" y="0"/>
                  </a:lnTo>
                </a:path>
              </a:pathLst>
            </a:custGeom>
            <a:ln w="4762">
              <a:solidFill>
                <a:srgbClr val="D8D8D8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2789205" y="6095809"/>
              <a:ext cx="6807834" cy="0"/>
            </a:xfrm>
            <a:custGeom>
              <a:avLst/>
              <a:gdLst/>
              <a:ahLst/>
              <a:cxnLst/>
              <a:rect l="l" t="t" r="r" b="b"/>
              <a:pathLst>
                <a:path w="6807834">
                  <a:moveTo>
                    <a:pt x="0" y="0"/>
                  </a:moveTo>
                  <a:lnTo>
                    <a:pt x="6807517" y="0"/>
                  </a:lnTo>
                </a:path>
              </a:pathLst>
            </a:custGeom>
            <a:ln w="4762">
              <a:solidFill>
                <a:srgbClr val="D8D8D8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3011995" y="683799"/>
              <a:ext cx="0" cy="5616575"/>
            </a:xfrm>
            <a:custGeom>
              <a:avLst/>
              <a:gdLst/>
              <a:ahLst/>
              <a:cxnLst/>
              <a:rect l="l" t="t" r="r" b="b"/>
              <a:pathLst>
                <a:path h="5616575">
                  <a:moveTo>
                    <a:pt x="0" y="0"/>
                  </a:moveTo>
                  <a:lnTo>
                    <a:pt x="0" y="5616225"/>
                  </a:lnTo>
                </a:path>
              </a:pathLst>
            </a:custGeom>
            <a:ln w="476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3781615" y="683799"/>
              <a:ext cx="0" cy="5616575"/>
            </a:xfrm>
            <a:custGeom>
              <a:avLst/>
              <a:gdLst/>
              <a:ahLst/>
              <a:cxnLst/>
              <a:rect l="l" t="t" r="r" b="b"/>
              <a:pathLst>
                <a:path h="5616575">
                  <a:moveTo>
                    <a:pt x="0" y="102584"/>
                  </a:moveTo>
                  <a:lnTo>
                    <a:pt x="0" y="5616225"/>
                  </a:lnTo>
                </a:path>
                <a:path h="5616575">
                  <a:moveTo>
                    <a:pt x="0" y="0"/>
                  </a:moveTo>
                  <a:lnTo>
                    <a:pt x="0" y="43148"/>
                  </a:lnTo>
                </a:path>
              </a:pathLst>
            </a:custGeom>
            <a:ln w="476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4527042" y="683799"/>
              <a:ext cx="0" cy="5616575"/>
            </a:xfrm>
            <a:custGeom>
              <a:avLst/>
              <a:gdLst/>
              <a:ahLst/>
              <a:cxnLst/>
              <a:rect l="l" t="t" r="r" b="b"/>
              <a:pathLst>
                <a:path h="5616575">
                  <a:moveTo>
                    <a:pt x="0" y="1925288"/>
                  </a:moveTo>
                  <a:lnTo>
                    <a:pt x="0" y="5616225"/>
                  </a:lnTo>
                </a:path>
                <a:path h="5616575">
                  <a:moveTo>
                    <a:pt x="0" y="1190720"/>
                  </a:moveTo>
                  <a:lnTo>
                    <a:pt x="0" y="1865852"/>
                  </a:lnTo>
                </a:path>
                <a:path h="5616575">
                  <a:moveTo>
                    <a:pt x="0" y="0"/>
                  </a:moveTo>
                  <a:lnTo>
                    <a:pt x="0" y="1131284"/>
                  </a:lnTo>
                </a:path>
              </a:pathLst>
            </a:custGeom>
            <a:ln w="476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5297709" y="683799"/>
              <a:ext cx="0" cy="5616575"/>
            </a:xfrm>
            <a:custGeom>
              <a:avLst/>
              <a:gdLst/>
              <a:ahLst/>
              <a:cxnLst/>
              <a:rect l="l" t="t" r="r" b="b"/>
              <a:pathLst>
                <a:path h="5616575">
                  <a:moveTo>
                    <a:pt x="0" y="3897344"/>
                  </a:moveTo>
                  <a:lnTo>
                    <a:pt x="0" y="5616225"/>
                  </a:lnTo>
                </a:path>
                <a:path h="5616575">
                  <a:moveTo>
                    <a:pt x="0" y="3366992"/>
                  </a:moveTo>
                  <a:lnTo>
                    <a:pt x="0" y="3837908"/>
                  </a:lnTo>
                </a:path>
                <a:path h="5616575">
                  <a:moveTo>
                    <a:pt x="0" y="3013424"/>
                  </a:moveTo>
                  <a:lnTo>
                    <a:pt x="0" y="3307556"/>
                  </a:lnTo>
                </a:path>
                <a:path h="5616575">
                  <a:moveTo>
                    <a:pt x="0" y="2632424"/>
                  </a:moveTo>
                  <a:lnTo>
                    <a:pt x="0" y="2953988"/>
                  </a:lnTo>
                </a:path>
                <a:path h="5616575">
                  <a:moveTo>
                    <a:pt x="0" y="0"/>
                  </a:moveTo>
                  <a:lnTo>
                    <a:pt x="0" y="2572988"/>
                  </a:lnTo>
                </a:path>
              </a:pathLst>
            </a:custGeom>
            <a:ln w="476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6067234" y="683799"/>
              <a:ext cx="0" cy="5616575"/>
            </a:xfrm>
            <a:custGeom>
              <a:avLst/>
              <a:gdLst/>
              <a:ahLst/>
              <a:cxnLst/>
              <a:rect l="l" t="t" r="r" b="b"/>
              <a:pathLst>
                <a:path h="5616575">
                  <a:moveTo>
                    <a:pt x="0" y="4985480"/>
                  </a:moveTo>
                  <a:lnTo>
                    <a:pt x="0" y="5616225"/>
                  </a:lnTo>
                </a:path>
                <a:path h="5616575">
                  <a:moveTo>
                    <a:pt x="0" y="4604480"/>
                  </a:moveTo>
                  <a:lnTo>
                    <a:pt x="0" y="4926044"/>
                  </a:lnTo>
                </a:path>
                <a:path h="5616575">
                  <a:moveTo>
                    <a:pt x="0" y="0"/>
                  </a:moveTo>
                  <a:lnTo>
                    <a:pt x="0" y="4545044"/>
                  </a:lnTo>
                </a:path>
              </a:pathLst>
            </a:custGeom>
            <a:ln w="476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6763226" y="683799"/>
              <a:ext cx="0" cy="5616575"/>
            </a:xfrm>
            <a:custGeom>
              <a:avLst/>
              <a:gdLst/>
              <a:ahLst/>
              <a:cxnLst/>
              <a:rect l="l" t="t" r="r" b="b"/>
              <a:pathLst>
                <a:path h="5616575">
                  <a:moveTo>
                    <a:pt x="0" y="4985480"/>
                  </a:moveTo>
                  <a:lnTo>
                    <a:pt x="0" y="5616225"/>
                  </a:lnTo>
                </a:path>
                <a:path h="5616575">
                  <a:moveTo>
                    <a:pt x="0" y="4604480"/>
                  </a:moveTo>
                  <a:lnTo>
                    <a:pt x="0" y="4926044"/>
                  </a:lnTo>
                </a:path>
                <a:path h="5616575">
                  <a:moveTo>
                    <a:pt x="0" y="0"/>
                  </a:moveTo>
                  <a:lnTo>
                    <a:pt x="0" y="4545044"/>
                  </a:lnTo>
                </a:path>
              </a:pathLst>
            </a:custGeom>
            <a:ln w="476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7532846" y="683799"/>
              <a:ext cx="0" cy="5616575"/>
            </a:xfrm>
            <a:custGeom>
              <a:avLst/>
              <a:gdLst/>
              <a:ahLst/>
              <a:cxnLst/>
              <a:rect l="l" t="t" r="r" b="b"/>
              <a:pathLst>
                <a:path h="5616575">
                  <a:moveTo>
                    <a:pt x="0" y="5162264"/>
                  </a:moveTo>
                  <a:lnTo>
                    <a:pt x="0" y="5616225"/>
                  </a:lnTo>
                </a:path>
                <a:path h="5616575">
                  <a:moveTo>
                    <a:pt x="0" y="4604480"/>
                  </a:moveTo>
                  <a:lnTo>
                    <a:pt x="0" y="5102828"/>
                  </a:lnTo>
                </a:path>
                <a:path h="5616575">
                  <a:moveTo>
                    <a:pt x="0" y="0"/>
                  </a:moveTo>
                  <a:lnTo>
                    <a:pt x="0" y="4545044"/>
                  </a:lnTo>
                </a:path>
              </a:pathLst>
            </a:custGeom>
            <a:ln w="476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8278272" y="683799"/>
              <a:ext cx="0" cy="5616575"/>
            </a:xfrm>
            <a:custGeom>
              <a:avLst/>
              <a:gdLst/>
              <a:ahLst/>
              <a:cxnLst/>
              <a:rect l="l" t="t" r="r" b="b"/>
              <a:pathLst>
                <a:path h="5616575">
                  <a:moveTo>
                    <a:pt x="0" y="5162264"/>
                  </a:moveTo>
                  <a:lnTo>
                    <a:pt x="0" y="5616225"/>
                  </a:lnTo>
                </a:path>
                <a:path h="5616575">
                  <a:moveTo>
                    <a:pt x="0" y="4604480"/>
                  </a:moveTo>
                  <a:lnTo>
                    <a:pt x="0" y="5102828"/>
                  </a:lnTo>
                </a:path>
                <a:path h="5616575">
                  <a:moveTo>
                    <a:pt x="0" y="0"/>
                  </a:moveTo>
                  <a:lnTo>
                    <a:pt x="0" y="4545044"/>
                  </a:lnTo>
                </a:path>
              </a:pathLst>
            </a:custGeom>
            <a:ln w="476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9048940" y="683799"/>
              <a:ext cx="0" cy="5616575"/>
            </a:xfrm>
            <a:custGeom>
              <a:avLst/>
              <a:gdLst/>
              <a:ahLst/>
              <a:cxnLst/>
              <a:rect l="l" t="t" r="r" b="b"/>
              <a:pathLst>
                <a:path h="5616575">
                  <a:moveTo>
                    <a:pt x="0" y="5515832"/>
                  </a:moveTo>
                  <a:lnTo>
                    <a:pt x="0" y="5616225"/>
                  </a:lnTo>
                </a:path>
                <a:path h="5616575">
                  <a:moveTo>
                    <a:pt x="0" y="0"/>
                  </a:moveTo>
                  <a:lnTo>
                    <a:pt x="0" y="5456396"/>
                  </a:lnTo>
                </a:path>
              </a:pathLst>
            </a:custGeom>
            <a:ln w="476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3012948" y="726948"/>
              <a:ext cx="919480" cy="59690"/>
            </a:xfrm>
            <a:custGeom>
              <a:avLst/>
              <a:gdLst/>
              <a:ahLst/>
              <a:cxnLst/>
              <a:rect l="l" t="t" r="r" b="b"/>
              <a:pathLst>
                <a:path w="919479" h="59690">
                  <a:moveTo>
                    <a:pt x="918971" y="59435"/>
                  </a:moveTo>
                  <a:lnTo>
                    <a:pt x="0" y="59435"/>
                  </a:lnTo>
                  <a:lnTo>
                    <a:pt x="0" y="0"/>
                  </a:lnTo>
                  <a:lnTo>
                    <a:pt x="918971" y="0"/>
                  </a:lnTo>
                  <a:lnTo>
                    <a:pt x="918971" y="59435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3012948" y="726948"/>
              <a:ext cx="919480" cy="59690"/>
            </a:xfrm>
            <a:custGeom>
              <a:avLst/>
              <a:gdLst/>
              <a:ahLst/>
              <a:cxnLst/>
              <a:rect l="l" t="t" r="r" b="b"/>
              <a:pathLst>
                <a:path w="919479" h="59690">
                  <a:moveTo>
                    <a:pt x="0" y="0"/>
                  </a:moveTo>
                  <a:lnTo>
                    <a:pt x="918971" y="0"/>
                  </a:lnTo>
                  <a:lnTo>
                    <a:pt x="918971" y="59435"/>
                  </a:lnTo>
                  <a:lnTo>
                    <a:pt x="0" y="59435"/>
                  </a:lnTo>
                  <a:lnTo>
                    <a:pt x="0" y="0"/>
                  </a:lnTo>
                  <a:close/>
                </a:path>
              </a:pathLst>
            </a:custGeom>
            <a:ln w="4762">
              <a:solidFill>
                <a:srgbClr val="54545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9" name="object 149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005327" y="726948"/>
              <a:ext cx="12191" cy="59435"/>
            </a:xfrm>
            <a:prstGeom prst="rect">
              <a:avLst/>
            </a:prstGeom>
          </p:spPr>
        </p:pic>
        <p:sp>
          <p:nvSpPr>
            <p:cNvPr id="150" name="object 150"/>
            <p:cNvSpPr/>
            <p:nvPr/>
          </p:nvSpPr>
          <p:spPr>
            <a:xfrm>
              <a:off x="3005327" y="726948"/>
              <a:ext cx="12700" cy="59690"/>
            </a:xfrm>
            <a:custGeom>
              <a:avLst/>
              <a:gdLst/>
              <a:ahLst/>
              <a:cxnLst/>
              <a:rect l="l" t="t" r="r" b="b"/>
              <a:pathLst>
                <a:path w="12700" h="59690">
                  <a:moveTo>
                    <a:pt x="0" y="0"/>
                  </a:moveTo>
                  <a:lnTo>
                    <a:pt x="12191" y="0"/>
                  </a:lnTo>
                  <a:lnTo>
                    <a:pt x="12191" y="59435"/>
                  </a:lnTo>
                  <a:lnTo>
                    <a:pt x="0" y="59435"/>
                  </a:lnTo>
                  <a:lnTo>
                    <a:pt x="0" y="0"/>
                  </a:lnTo>
                  <a:close/>
                </a:path>
              </a:pathLst>
            </a:custGeom>
            <a:ln w="4762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1" name="object 151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924300" y="726948"/>
              <a:ext cx="12191" cy="59435"/>
            </a:xfrm>
            <a:prstGeom prst="rect">
              <a:avLst/>
            </a:prstGeom>
          </p:spPr>
        </p:pic>
        <p:sp>
          <p:nvSpPr>
            <p:cNvPr id="152" name="object 152"/>
            <p:cNvSpPr/>
            <p:nvPr/>
          </p:nvSpPr>
          <p:spPr>
            <a:xfrm>
              <a:off x="3924300" y="726948"/>
              <a:ext cx="12700" cy="59690"/>
            </a:xfrm>
            <a:custGeom>
              <a:avLst/>
              <a:gdLst/>
              <a:ahLst/>
              <a:cxnLst/>
              <a:rect l="l" t="t" r="r" b="b"/>
              <a:pathLst>
                <a:path w="12700" h="59690">
                  <a:moveTo>
                    <a:pt x="0" y="0"/>
                  </a:moveTo>
                  <a:lnTo>
                    <a:pt x="12191" y="0"/>
                  </a:lnTo>
                  <a:lnTo>
                    <a:pt x="12191" y="59435"/>
                  </a:lnTo>
                  <a:lnTo>
                    <a:pt x="0" y="59435"/>
                  </a:lnTo>
                  <a:lnTo>
                    <a:pt x="0" y="0"/>
                  </a:lnTo>
                  <a:close/>
                </a:path>
              </a:pathLst>
            </a:custGeom>
            <a:ln w="4762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3012948" y="931164"/>
              <a:ext cx="24765" cy="59690"/>
            </a:xfrm>
            <a:custGeom>
              <a:avLst/>
              <a:gdLst/>
              <a:ahLst/>
              <a:cxnLst/>
              <a:rect l="l" t="t" r="r" b="b"/>
              <a:pathLst>
                <a:path w="24764" h="59690">
                  <a:moveTo>
                    <a:pt x="24383" y="59435"/>
                  </a:moveTo>
                  <a:lnTo>
                    <a:pt x="0" y="59435"/>
                  </a:lnTo>
                  <a:lnTo>
                    <a:pt x="0" y="0"/>
                  </a:lnTo>
                  <a:lnTo>
                    <a:pt x="24383" y="0"/>
                  </a:lnTo>
                  <a:lnTo>
                    <a:pt x="24383" y="59435"/>
                  </a:lnTo>
                  <a:close/>
                </a:path>
              </a:pathLst>
            </a:custGeom>
            <a:solidFill>
              <a:srgbClr val="ED7C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3012948" y="931164"/>
              <a:ext cx="24765" cy="59690"/>
            </a:xfrm>
            <a:custGeom>
              <a:avLst/>
              <a:gdLst/>
              <a:ahLst/>
              <a:cxnLst/>
              <a:rect l="l" t="t" r="r" b="b"/>
              <a:pathLst>
                <a:path w="24764" h="59690">
                  <a:moveTo>
                    <a:pt x="0" y="0"/>
                  </a:moveTo>
                  <a:lnTo>
                    <a:pt x="24383" y="0"/>
                  </a:lnTo>
                  <a:lnTo>
                    <a:pt x="24383" y="59435"/>
                  </a:lnTo>
                  <a:lnTo>
                    <a:pt x="0" y="59435"/>
                  </a:lnTo>
                  <a:lnTo>
                    <a:pt x="0" y="0"/>
                  </a:lnTo>
                  <a:close/>
                </a:path>
              </a:pathLst>
            </a:custGeom>
            <a:ln w="4762">
              <a:solidFill>
                <a:srgbClr val="ED7C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3037331" y="1107948"/>
              <a:ext cx="74930" cy="59690"/>
            </a:xfrm>
            <a:custGeom>
              <a:avLst/>
              <a:gdLst/>
              <a:ahLst/>
              <a:cxnLst/>
              <a:rect l="l" t="t" r="r" b="b"/>
              <a:pathLst>
                <a:path w="74930" h="59690">
                  <a:moveTo>
                    <a:pt x="74675" y="59435"/>
                  </a:moveTo>
                  <a:lnTo>
                    <a:pt x="0" y="59435"/>
                  </a:lnTo>
                  <a:lnTo>
                    <a:pt x="0" y="0"/>
                  </a:lnTo>
                  <a:lnTo>
                    <a:pt x="74675" y="0"/>
                  </a:lnTo>
                  <a:lnTo>
                    <a:pt x="74675" y="59435"/>
                  </a:lnTo>
                  <a:close/>
                </a:path>
              </a:pathLst>
            </a:custGeom>
            <a:solidFill>
              <a:srgbClr val="ED7C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3037331" y="1107948"/>
              <a:ext cx="74930" cy="59690"/>
            </a:xfrm>
            <a:custGeom>
              <a:avLst/>
              <a:gdLst/>
              <a:ahLst/>
              <a:cxnLst/>
              <a:rect l="l" t="t" r="r" b="b"/>
              <a:pathLst>
                <a:path w="74930" h="59690">
                  <a:moveTo>
                    <a:pt x="0" y="0"/>
                  </a:moveTo>
                  <a:lnTo>
                    <a:pt x="74675" y="0"/>
                  </a:lnTo>
                  <a:lnTo>
                    <a:pt x="74675" y="59435"/>
                  </a:lnTo>
                  <a:lnTo>
                    <a:pt x="0" y="59435"/>
                  </a:lnTo>
                  <a:lnTo>
                    <a:pt x="0" y="0"/>
                  </a:lnTo>
                  <a:close/>
                </a:path>
              </a:pathLst>
            </a:custGeom>
            <a:ln w="4762">
              <a:solidFill>
                <a:srgbClr val="ED7C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3162299" y="1284732"/>
              <a:ext cx="620395" cy="59690"/>
            </a:xfrm>
            <a:custGeom>
              <a:avLst/>
              <a:gdLst/>
              <a:ahLst/>
              <a:cxnLst/>
              <a:rect l="l" t="t" r="r" b="b"/>
              <a:pathLst>
                <a:path w="620395" h="59690">
                  <a:moveTo>
                    <a:pt x="620267" y="59435"/>
                  </a:moveTo>
                  <a:lnTo>
                    <a:pt x="0" y="59435"/>
                  </a:lnTo>
                  <a:lnTo>
                    <a:pt x="0" y="0"/>
                  </a:lnTo>
                  <a:lnTo>
                    <a:pt x="620267" y="0"/>
                  </a:lnTo>
                  <a:lnTo>
                    <a:pt x="620267" y="59435"/>
                  </a:lnTo>
                  <a:close/>
                </a:path>
              </a:pathLst>
            </a:custGeom>
            <a:solidFill>
              <a:srgbClr val="ED7C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3162299" y="1284732"/>
              <a:ext cx="620395" cy="59690"/>
            </a:xfrm>
            <a:custGeom>
              <a:avLst/>
              <a:gdLst/>
              <a:ahLst/>
              <a:cxnLst/>
              <a:rect l="l" t="t" r="r" b="b"/>
              <a:pathLst>
                <a:path w="620395" h="59690">
                  <a:moveTo>
                    <a:pt x="0" y="0"/>
                  </a:moveTo>
                  <a:lnTo>
                    <a:pt x="620267" y="0"/>
                  </a:lnTo>
                  <a:lnTo>
                    <a:pt x="620267" y="59435"/>
                  </a:lnTo>
                  <a:lnTo>
                    <a:pt x="0" y="59435"/>
                  </a:lnTo>
                  <a:lnTo>
                    <a:pt x="0" y="0"/>
                  </a:lnTo>
                  <a:close/>
                </a:path>
              </a:pathLst>
            </a:custGeom>
            <a:ln w="4762">
              <a:solidFill>
                <a:srgbClr val="ED7C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3782568" y="1461516"/>
              <a:ext cx="149860" cy="59690"/>
            </a:xfrm>
            <a:custGeom>
              <a:avLst/>
              <a:gdLst/>
              <a:ahLst/>
              <a:cxnLst/>
              <a:rect l="l" t="t" r="r" b="b"/>
              <a:pathLst>
                <a:path w="149860" h="59690">
                  <a:moveTo>
                    <a:pt x="149351" y="59435"/>
                  </a:moveTo>
                  <a:lnTo>
                    <a:pt x="0" y="59435"/>
                  </a:lnTo>
                  <a:lnTo>
                    <a:pt x="0" y="0"/>
                  </a:lnTo>
                  <a:lnTo>
                    <a:pt x="149351" y="0"/>
                  </a:lnTo>
                  <a:lnTo>
                    <a:pt x="149351" y="59435"/>
                  </a:lnTo>
                  <a:close/>
                </a:path>
              </a:pathLst>
            </a:custGeom>
            <a:solidFill>
              <a:srgbClr val="ED7C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3782568" y="1461516"/>
              <a:ext cx="149860" cy="59690"/>
            </a:xfrm>
            <a:custGeom>
              <a:avLst/>
              <a:gdLst/>
              <a:ahLst/>
              <a:cxnLst/>
              <a:rect l="l" t="t" r="r" b="b"/>
              <a:pathLst>
                <a:path w="149860" h="59690">
                  <a:moveTo>
                    <a:pt x="0" y="0"/>
                  </a:moveTo>
                  <a:lnTo>
                    <a:pt x="149351" y="0"/>
                  </a:lnTo>
                  <a:lnTo>
                    <a:pt x="149351" y="59435"/>
                  </a:lnTo>
                  <a:lnTo>
                    <a:pt x="0" y="59435"/>
                  </a:lnTo>
                  <a:lnTo>
                    <a:pt x="0" y="0"/>
                  </a:lnTo>
                  <a:close/>
                </a:path>
              </a:pathLst>
            </a:custGeom>
            <a:ln w="4762">
              <a:solidFill>
                <a:srgbClr val="ED7C3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1" name="object 16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01439" y="1638300"/>
              <a:ext cx="59435" cy="46329"/>
            </a:xfrm>
            <a:prstGeom prst="rect">
              <a:avLst/>
            </a:prstGeom>
          </p:spPr>
        </p:pic>
        <p:pic>
          <p:nvPicPr>
            <p:cNvPr id="162" name="object 16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99058" y="1635918"/>
              <a:ext cx="64198" cy="62674"/>
            </a:xfrm>
            <a:prstGeom prst="rect">
              <a:avLst/>
            </a:prstGeom>
          </p:spPr>
        </p:pic>
        <p:sp>
          <p:nvSpPr>
            <p:cNvPr id="163" name="object 163"/>
            <p:cNvSpPr/>
            <p:nvPr/>
          </p:nvSpPr>
          <p:spPr>
            <a:xfrm>
              <a:off x="3901439" y="1638300"/>
              <a:ext cx="59690" cy="58419"/>
            </a:xfrm>
            <a:custGeom>
              <a:avLst/>
              <a:gdLst/>
              <a:ahLst/>
              <a:cxnLst/>
              <a:rect l="l" t="t" r="r" b="b"/>
              <a:pathLst>
                <a:path w="59689" h="58419">
                  <a:moveTo>
                    <a:pt x="28956" y="0"/>
                  </a:moveTo>
                  <a:lnTo>
                    <a:pt x="59435" y="28955"/>
                  </a:lnTo>
                  <a:lnTo>
                    <a:pt x="28956" y="57912"/>
                  </a:lnTo>
                  <a:lnTo>
                    <a:pt x="0" y="28955"/>
                  </a:lnTo>
                  <a:lnTo>
                    <a:pt x="28956" y="0"/>
                  </a:lnTo>
                  <a:close/>
                </a:path>
              </a:pathLst>
            </a:custGeom>
            <a:ln w="4762">
              <a:solidFill>
                <a:srgbClr val="3B930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4" name="object 164"/>
          <p:cNvSpPr txBox="1"/>
          <p:nvPr/>
        </p:nvSpPr>
        <p:spPr>
          <a:xfrm>
            <a:off x="4013708" y="1573932"/>
            <a:ext cx="224790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700" b="1" spc="-20" dirty="0">
                <a:latin typeface="Gadugi" panose="020B0502040204020203"/>
                <a:cs typeface="Gadugi" panose="020B0502040204020203"/>
              </a:rPr>
              <a:t>11/6</a:t>
            </a:r>
            <a:endParaRPr sz="700">
              <a:latin typeface="Gadugi" panose="020B0502040204020203"/>
              <a:cs typeface="Gadugi" panose="020B0502040204020203"/>
            </a:endParaRPr>
          </a:p>
        </p:txBody>
      </p:sp>
      <p:grpSp>
        <p:nvGrpSpPr>
          <p:cNvPr id="165" name="object 165"/>
          <p:cNvGrpSpPr/>
          <p:nvPr/>
        </p:nvGrpSpPr>
        <p:grpSpPr>
          <a:xfrm>
            <a:off x="3921759" y="1812544"/>
            <a:ext cx="936625" cy="1328420"/>
            <a:chOff x="3921759" y="1812544"/>
            <a:chExt cx="936625" cy="1328420"/>
          </a:xfrm>
        </p:grpSpPr>
        <p:sp>
          <p:nvSpPr>
            <p:cNvPr id="166" name="object 166"/>
            <p:cNvSpPr/>
            <p:nvPr/>
          </p:nvSpPr>
          <p:spPr>
            <a:xfrm>
              <a:off x="3931919" y="1815084"/>
              <a:ext cx="894715" cy="59690"/>
            </a:xfrm>
            <a:custGeom>
              <a:avLst/>
              <a:gdLst/>
              <a:ahLst/>
              <a:cxnLst/>
              <a:rect l="l" t="t" r="r" b="b"/>
              <a:pathLst>
                <a:path w="894714" h="59689">
                  <a:moveTo>
                    <a:pt x="894588" y="59436"/>
                  </a:moveTo>
                  <a:lnTo>
                    <a:pt x="0" y="59436"/>
                  </a:lnTo>
                  <a:lnTo>
                    <a:pt x="0" y="0"/>
                  </a:lnTo>
                  <a:lnTo>
                    <a:pt x="894588" y="0"/>
                  </a:lnTo>
                  <a:lnTo>
                    <a:pt x="894588" y="59436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3931919" y="1815084"/>
              <a:ext cx="894715" cy="59690"/>
            </a:xfrm>
            <a:custGeom>
              <a:avLst/>
              <a:gdLst/>
              <a:ahLst/>
              <a:cxnLst/>
              <a:rect l="l" t="t" r="r" b="b"/>
              <a:pathLst>
                <a:path w="894714" h="59689">
                  <a:moveTo>
                    <a:pt x="0" y="0"/>
                  </a:moveTo>
                  <a:lnTo>
                    <a:pt x="894588" y="0"/>
                  </a:lnTo>
                  <a:lnTo>
                    <a:pt x="894588" y="59436"/>
                  </a:lnTo>
                  <a:lnTo>
                    <a:pt x="0" y="59436"/>
                  </a:lnTo>
                  <a:lnTo>
                    <a:pt x="0" y="0"/>
                  </a:lnTo>
                  <a:close/>
                </a:path>
              </a:pathLst>
            </a:custGeom>
            <a:ln w="4762">
              <a:solidFill>
                <a:srgbClr val="54545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8" name="object 16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24299" y="1815084"/>
              <a:ext cx="12191" cy="57912"/>
            </a:xfrm>
            <a:prstGeom prst="rect">
              <a:avLst/>
            </a:prstGeom>
          </p:spPr>
        </p:pic>
        <p:sp>
          <p:nvSpPr>
            <p:cNvPr id="169" name="object 169"/>
            <p:cNvSpPr/>
            <p:nvPr/>
          </p:nvSpPr>
          <p:spPr>
            <a:xfrm>
              <a:off x="3924299" y="1815084"/>
              <a:ext cx="12700" cy="58419"/>
            </a:xfrm>
            <a:custGeom>
              <a:avLst/>
              <a:gdLst/>
              <a:ahLst/>
              <a:cxnLst/>
              <a:rect l="l" t="t" r="r" b="b"/>
              <a:pathLst>
                <a:path w="12700" h="58419">
                  <a:moveTo>
                    <a:pt x="0" y="0"/>
                  </a:moveTo>
                  <a:lnTo>
                    <a:pt x="12191" y="0"/>
                  </a:lnTo>
                  <a:lnTo>
                    <a:pt x="12191" y="57912"/>
                  </a:lnTo>
                  <a:lnTo>
                    <a:pt x="0" y="57912"/>
                  </a:lnTo>
                  <a:lnTo>
                    <a:pt x="0" y="0"/>
                  </a:lnTo>
                  <a:close/>
                </a:path>
              </a:pathLst>
            </a:custGeom>
            <a:ln w="4762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0" name="object 17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18887" y="1815084"/>
              <a:ext cx="12191" cy="57912"/>
            </a:xfrm>
            <a:prstGeom prst="rect">
              <a:avLst/>
            </a:prstGeom>
          </p:spPr>
        </p:pic>
        <p:sp>
          <p:nvSpPr>
            <p:cNvPr id="171" name="object 171"/>
            <p:cNvSpPr/>
            <p:nvPr/>
          </p:nvSpPr>
          <p:spPr>
            <a:xfrm>
              <a:off x="4818887" y="1815084"/>
              <a:ext cx="12700" cy="58419"/>
            </a:xfrm>
            <a:custGeom>
              <a:avLst/>
              <a:gdLst/>
              <a:ahLst/>
              <a:cxnLst/>
              <a:rect l="l" t="t" r="r" b="b"/>
              <a:pathLst>
                <a:path w="12700" h="58419">
                  <a:moveTo>
                    <a:pt x="0" y="0"/>
                  </a:moveTo>
                  <a:lnTo>
                    <a:pt x="12191" y="0"/>
                  </a:lnTo>
                  <a:lnTo>
                    <a:pt x="12191" y="57912"/>
                  </a:lnTo>
                  <a:lnTo>
                    <a:pt x="0" y="57912"/>
                  </a:lnTo>
                  <a:lnTo>
                    <a:pt x="0" y="0"/>
                  </a:lnTo>
                  <a:close/>
                </a:path>
              </a:pathLst>
            </a:custGeom>
            <a:ln w="4762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/>
            <p:cNvSpPr/>
            <p:nvPr/>
          </p:nvSpPr>
          <p:spPr>
            <a:xfrm>
              <a:off x="3931919" y="2019300"/>
              <a:ext cx="50800" cy="59690"/>
            </a:xfrm>
            <a:custGeom>
              <a:avLst/>
              <a:gdLst/>
              <a:ahLst/>
              <a:cxnLst/>
              <a:rect l="l" t="t" r="r" b="b"/>
              <a:pathLst>
                <a:path w="50800" h="59689">
                  <a:moveTo>
                    <a:pt x="50291" y="59436"/>
                  </a:moveTo>
                  <a:lnTo>
                    <a:pt x="0" y="59436"/>
                  </a:lnTo>
                  <a:lnTo>
                    <a:pt x="0" y="0"/>
                  </a:lnTo>
                  <a:lnTo>
                    <a:pt x="50291" y="0"/>
                  </a:lnTo>
                  <a:lnTo>
                    <a:pt x="50291" y="59436"/>
                  </a:lnTo>
                  <a:close/>
                </a:path>
              </a:pathLst>
            </a:custGeom>
            <a:solidFill>
              <a:srgbClr val="89BA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/>
            <p:cNvSpPr/>
            <p:nvPr/>
          </p:nvSpPr>
          <p:spPr>
            <a:xfrm>
              <a:off x="3931919" y="2019300"/>
              <a:ext cx="50800" cy="59690"/>
            </a:xfrm>
            <a:custGeom>
              <a:avLst/>
              <a:gdLst/>
              <a:ahLst/>
              <a:cxnLst/>
              <a:rect l="l" t="t" r="r" b="b"/>
              <a:pathLst>
                <a:path w="50800" h="59689">
                  <a:moveTo>
                    <a:pt x="0" y="0"/>
                  </a:moveTo>
                  <a:lnTo>
                    <a:pt x="50291" y="0"/>
                  </a:lnTo>
                  <a:lnTo>
                    <a:pt x="50291" y="59436"/>
                  </a:lnTo>
                  <a:lnTo>
                    <a:pt x="0" y="59436"/>
                  </a:lnTo>
                  <a:lnTo>
                    <a:pt x="0" y="0"/>
                  </a:lnTo>
                  <a:close/>
                </a:path>
              </a:pathLst>
            </a:custGeom>
            <a:ln w="4762">
              <a:solidFill>
                <a:srgbClr val="89BA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4032503" y="2196084"/>
              <a:ext cx="198120" cy="59690"/>
            </a:xfrm>
            <a:custGeom>
              <a:avLst/>
              <a:gdLst/>
              <a:ahLst/>
              <a:cxnLst/>
              <a:rect l="l" t="t" r="r" b="b"/>
              <a:pathLst>
                <a:path w="198120" h="59689">
                  <a:moveTo>
                    <a:pt x="198120" y="59436"/>
                  </a:moveTo>
                  <a:lnTo>
                    <a:pt x="0" y="59436"/>
                  </a:lnTo>
                  <a:lnTo>
                    <a:pt x="0" y="0"/>
                  </a:lnTo>
                  <a:lnTo>
                    <a:pt x="198120" y="0"/>
                  </a:lnTo>
                  <a:lnTo>
                    <a:pt x="198120" y="59436"/>
                  </a:lnTo>
                  <a:close/>
                </a:path>
              </a:pathLst>
            </a:custGeom>
            <a:solidFill>
              <a:srgbClr val="89BA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/>
            <p:cNvSpPr/>
            <p:nvPr/>
          </p:nvSpPr>
          <p:spPr>
            <a:xfrm>
              <a:off x="4032503" y="2196084"/>
              <a:ext cx="198120" cy="59690"/>
            </a:xfrm>
            <a:custGeom>
              <a:avLst/>
              <a:gdLst/>
              <a:ahLst/>
              <a:cxnLst/>
              <a:rect l="l" t="t" r="r" b="b"/>
              <a:pathLst>
                <a:path w="198120" h="59689">
                  <a:moveTo>
                    <a:pt x="0" y="0"/>
                  </a:moveTo>
                  <a:lnTo>
                    <a:pt x="198120" y="0"/>
                  </a:lnTo>
                  <a:lnTo>
                    <a:pt x="198120" y="59436"/>
                  </a:lnTo>
                  <a:lnTo>
                    <a:pt x="0" y="59436"/>
                  </a:lnTo>
                  <a:lnTo>
                    <a:pt x="0" y="0"/>
                  </a:lnTo>
                  <a:close/>
                </a:path>
              </a:pathLst>
            </a:custGeom>
            <a:ln w="4762">
              <a:solidFill>
                <a:srgbClr val="89BA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/>
            <p:cNvSpPr/>
            <p:nvPr/>
          </p:nvSpPr>
          <p:spPr>
            <a:xfrm>
              <a:off x="4230623" y="2372868"/>
              <a:ext cx="198120" cy="59690"/>
            </a:xfrm>
            <a:custGeom>
              <a:avLst/>
              <a:gdLst/>
              <a:ahLst/>
              <a:cxnLst/>
              <a:rect l="l" t="t" r="r" b="b"/>
              <a:pathLst>
                <a:path w="198120" h="59689">
                  <a:moveTo>
                    <a:pt x="198119" y="59436"/>
                  </a:moveTo>
                  <a:lnTo>
                    <a:pt x="0" y="59436"/>
                  </a:lnTo>
                  <a:lnTo>
                    <a:pt x="0" y="0"/>
                  </a:lnTo>
                  <a:lnTo>
                    <a:pt x="198119" y="0"/>
                  </a:lnTo>
                  <a:lnTo>
                    <a:pt x="198119" y="59436"/>
                  </a:lnTo>
                  <a:close/>
                </a:path>
              </a:pathLst>
            </a:custGeom>
            <a:solidFill>
              <a:srgbClr val="89BA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/>
            <p:cNvSpPr/>
            <p:nvPr/>
          </p:nvSpPr>
          <p:spPr>
            <a:xfrm>
              <a:off x="4230623" y="2372868"/>
              <a:ext cx="198120" cy="59690"/>
            </a:xfrm>
            <a:custGeom>
              <a:avLst/>
              <a:gdLst/>
              <a:ahLst/>
              <a:cxnLst/>
              <a:rect l="l" t="t" r="r" b="b"/>
              <a:pathLst>
                <a:path w="198120" h="59689">
                  <a:moveTo>
                    <a:pt x="0" y="0"/>
                  </a:moveTo>
                  <a:lnTo>
                    <a:pt x="198119" y="0"/>
                  </a:lnTo>
                  <a:lnTo>
                    <a:pt x="198119" y="59436"/>
                  </a:lnTo>
                  <a:lnTo>
                    <a:pt x="0" y="59436"/>
                  </a:lnTo>
                  <a:lnTo>
                    <a:pt x="0" y="0"/>
                  </a:lnTo>
                  <a:close/>
                </a:path>
              </a:pathLst>
            </a:custGeom>
            <a:ln w="4762">
              <a:solidFill>
                <a:srgbClr val="89BA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/>
            <p:cNvSpPr/>
            <p:nvPr/>
          </p:nvSpPr>
          <p:spPr>
            <a:xfrm>
              <a:off x="4428743" y="2549651"/>
              <a:ext cx="323215" cy="59690"/>
            </a:xfrm>
            <a:custGeom>
              <a:avLst/>
              <a:gdLst/>
              <a:ahLst/>
              <a:cxnLst/>
              <a:rect l="l" t="t" r="r" b="b"/>
              <a:pathLst>
                <a:path w="323214" h="59689">
                  <a:moveTo>
                    <a:pt x="323088" y="59436"/>
                  </a:moveTo>
                  <a:lnTo>
                    <a:pt x="0" y="59436"/>
                  </a:lnTo>
                  <a:lnTo>
                    <a:pt x="0" y="0"/>
                  </a:lnTo>
                  <a:lnTo>
                    <a:pt x="323088" y="0"/>
                  </a:lnTo>
                  <a:lnTo>
                    <a:pt x="323088" y="59436"/>
                  </a:lnTo>
                  <a:close/>
                </a:path>
              </a:pathLst>
            </a:custGeom>
            <a:solidFill>
              <a:srgbClr val="89BA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/>
            <p:cNvSpPr/>
            <p:nvPr/>
          </p:nvSpPr>
          <p:spPr>
            <a:xfrm>
              <a:off x="4428743" y="2549651"/>
              <a:ext cx="323215" cy="59690"/>
            </a:xfrm>
            <a:custGeom>
              <a:avLst/>
              <a:gdLst/>
              <a:ahLst/>
              <a:cxnLst/>
              <a:rect l="l" t="t" r="r" b="b"/>
              <a:pathLst>
                <a:path w="323214" h="59689">
                  <a:moveTo>
                    <a:pt x="0" y="0"/>
                  </a:moveTo>
                  <a:lnTo>
                    <a:pt x="323088" y="0"/>
                  </a:lnTo>
                  <a:lnTo>
                    <a:pt x="323088" y="59436"/>
                  </a:lnTo>
                  <a:lnTo>
                    <a:pt x="0" y="59436"/>
                  </a:lnTo>
                  <a:lnTo>
                    <a:pt x="0" y="0"/>
                  </a:lnTo>
                  <a:close/>
                </a:path>
              </a:pathLst>
            </a:custGeom>
            <a:ln w="4762">
              <a:solidFill>
                <a:srgbClr val="89BA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4751831" y="2726435"/>
              <a:ext cx="50800" cy="59690"/>
            </a:xfrm>
            <a:custGeom>
              <a:avLst/>
              <a:gdLst/>
              <a:ahLst/>
              <a:cxnLst/>
              <a:rect l="l" t="t" r="r" b="b"/>
              <a:pathLst>
                <a:path w="50800" h="59689">
                  <a:moveTo>
                    <a:pt x="50291" y="59436"/>
                  </a:moveTo>
                  <a:lnTo>
                    <a:pt x="0" y="59436"/>
                  </a:lnTo>
                  <a:lnTo>
                    <a:pt x="0" y="0"/>
                  </a:lnTo>
                  <a:lnTo>
                    <a:pt x="50291" y="0"/>
                  </a:lnTo>
                  <a:lnTo>
                    <a:pt x="50291" y="59436"/>
                  </a:lnTo>
                  <a:close/>
                </a:path>
              </a:pathLst>
            </a:custGeom>
            <a:solidFill>
              <a:srgbClr val="89BA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/>
            <p:cNvSpPr/>
            <p:nvPr/>
          </p:nvSpPr>
          <p:spPr>
            <a:xfrm>
              <a:off x="4751831" y="2726435"/>
              <a:ext cx="50800" cy="59690"/>
            </a:xfrm>
            <a:custGeom>
              <a:avLst/>
              <a:gdLst/>
              <a:ahLst/>
              <a:cxnLst/>
              <a:rect l="l" t="t" r="r" b="b"/>
              <a:pathLst>
                <a:path w="50800" h="59689">
                  <a:moveTo>
                    <a:pt x="0" y="0"/>
                  </a:moveTo>
                  <a:lnTo>
                    <a:pt x="50291" y="0"/>
                  </a:lnTo>
                  <a:lnTo>
                    <a:pt x="50291" y="59436"/>
                  </a:lnTo>
                  <a:lnTo>
                    <a:pt x="0" y="59436"/>
                  </a:lnTo>
                  <a:lnTo>
                    <a:pt x="0" y="0"/>
                  </a:lnTo>
                  <a:close/>
                </a:path>
              </a:pathLst>
            </a:custGeom>
            <a:ln w="4762">
              <a:solidFill>
                <a:srgbClr val="89BA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/>
            <p:cNvSpPr/>
            <p:nvPr/>
          </p:nvSpPr>
          <p:spPr>
            <a:xfrm>
              <a:off x="4802123" y="2903219"/>
              <a:ext cx="24765" cy="59690"/>
            </a:xfrm>
            <a:custGeom>
              <a:avLst/>
              <a:gdLst/>
              <a:ahLst/>
              <a:cxnLst/>
              <a:rect l="l" t="t" r="r" b="b"/>
              <a:pathLst>
                <a:path w="24764" h="59689">
                  <a:moveTo>
                    <a:pt x="24383" y="59436"/>
                  </a:moveTo>
                  <a:lnTo>
                    <a:pt x="0" y="59436"/>
                  </a:lnTo>
                  <a:lnTo>
                    <a:pt x="0" y="0"/>
                  </a:lnTo>
                  <a:lnTo>
                    <a:pt x="24383" y="0"/>
                  </a:lnTo>
                  <a:lnTo>
                    <a:pt x="24383" y="59436"/>
                  </a:lnTo>
                  <a:close/>
                </a:path>
              </a:pathLst>
            </a:custGeom>
            <a:solidFill>
              <a:srgbClr val="89BA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/>
            <p:cNvSpPr/>
            <p:nvPr/>
          </p:nvSpPr>
          <p:spPr>
            <a:xfrm>
              <a:off x="4802123" y="2903219"/>
              <a:ext cx="24765" cy="59690"/>
            </a:xfrm>
            <a:custGeom>
              <a:avLst/>
              <a:gdLst/>
              <a:ahLst/>
              <a:cxnLst/>
              <a:rect l="l" t="t" r="r" b="b"/>
              <a:pathLst>
                <a:path w="24764" h="59689">
                  <a:moveTo>
                    <a:pt x="0" y="0"/>
                  </a:moveTo>
                  <a:lnTo>
                    <a:pt x="24383" y="0"/>
                  </a:lnTo>
                  <a:lnTo>
                    <a:pt x="24383" y="59436"/>
                  </a:lnTo>
                  <a:lnTo>
                    <a:pt x="0" y="59436"/>
                  </a:lnTo>
                  <a:lnTo>
                    <a:pt x="0" y="0"/>
                  </a:lnTo>
                  <a:close/>
                </a:path>
              </a:pathLst>
            </a:custGeom>
            <a:ln w="4762">
              <a:solidFill>
                <a:srgbClr val="89BAE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4" name="object 18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96027" y="3078480"/>
              <a:ext cx="59436" cy="47548"/>
            </a:xfrm>
            <a:prstGeom prst="rect">
              <a:avLst/>
            </a:prstGeom>
          </p:spPr>
        </p:pic>
        <p:pic>
          <p:nvPicPr>
            <p:cNvPr id="185" name="object 18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93646" y="3076098"/>
              <a:ext cx="64198" cy="64198"/>
            </a:xfrm>
            <a:prstGeom prst="rect">
              <a:avLst/>
            </a:prstGeom>
          </p:spPr>
        </p:pic>
        <p:sp>
          <p:nvSpPr>
            <p:cNvPr id="186" name="object 186"/>
            <p:cNvSpPr/>
            <p:nvPr/>
          </p:nvSpPr>
          <p:spPr>
            <a:xfrm>
              <a:off x="4796027" y="3078480"/>
              <a:ext cx="59690" cy="59690"/>
            </a:xfrm>
            <a:custGeom>
              <a:avLst/>
              <a:gdLst/>
              <a:ahLst/>
              <a:cxnLst/>
              <a:rect l="l" t="t" r="r" b="b"/>
              <a:pathLst>
                <a:path w="59689" h="59689">
                  <a:moveTo>
                    <a:pt x="30480" y="0"/>
                  </a:moveTo>
                  <a:lnTo>
                    <a:pt x="59436" y="30479"/>
                  </a:lnTo>
                  <a:lnTo>
                    <a:pt x="30480" y="59435"/>
                  </a:lnTo>
                  <a:lnTo>
                    <a:pt x="0" y="30479"/>
                  </a:lnTo>
                  <a:lnTo>
                    <a:pt x="30480" y="0"/>
                  </a:lnTo>
                  <a:close/>
                </a:path>
              </a:pathLst>
            </a:custGeom>
            <a:ln w="4762">
              <a:solidFill>
                <a:srgbClr val="67B63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7" name="object 187"/>
          <p:cNvSpPr txBox="1"/>
          <p:nvPr/>
        </p:nvSpPr>
        <p:spPr>
          <a:xfrm>
            <a:off x="4897628" y="3015636"/>
            <a:ext cx="277495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700" b="1" spc="-10" dirty="0">
                <a:latin typeface="Gadugi" panose="020B0502040204020203"/>
                <a:cs typeface="Gadugi" panose="020B0502040204020203"/>
              </a:rPr>
              <a:t>12/12</a:t>
            </a:r>
            <a:endParaRPr sz="700">
              <a:latin typeface="Gadugi" panose="020B0502040204020203"/>
              <a:cs typeface="Gadugi" panose="020B0502040204020203"/>
            </a:endParaRPr>
          </a:p>
        </p:txBody>
      </p:sp>
      <p:grpSp>
        <p:nvGrpSpPr>
          <p:cNvPr id="188" name="object 188"/>
          <p:cNvGrpSpPr/>
          <p:nvPr/>
        </p:nvGrpSpPr>
        <p:grpSpPr>
          <a:xfrm>
            <a:off x="4816348" y="3252723"/>
            <a:ext cx="1035685" cy="1859914"/>
            <a:chOff x="4816348" y="3252723"/>
            <a:chExt cx="1035685" cy="1859914"/>
          </a:xfrm>
        </p:grpSpPr>
        <p:sp>
          <p:nvSpPr>
            <p:cNvPr id="189" name="object 189"/>
            <p:cNvSpPr/>
            <p:nvPr/>
          </p:nvSpPr>
          <p:spPr>
            <a:xfrm>
              <a:off x="4826508" y="3256787"/>
              <a:ext cx="993775" cy="59690"/>
            </a:xfrm>
            <a:custGeom>
              <a:avLst/>
              <a:gdLst/>
              <a:ahLst/>
              <a:cxnLst/>
              <a:rect l="l" t="t" r="r" b="b"/>
              <a:pathLst>
                <a:path w="993775" h="59689">
                  <a:moveTo>
                    <a:pt x="993647" y="59435"/>
                  </a:moveTo>
                  <a:lnTo>
                    <a:pt x="0" y="59435"/>
                  </a:lnTo>
                  <a:lnTo>
                    <a:pt x="0" y="0"/>
                  </a:lnTo>
                  <a:lnTo>
                    <a:pt x="993647" y="0"/>
                  </a:lnTo>
                  <a:lnTo>
                    <a:pt x="993647" y="59435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/>
            <p:cNvSpPr/>
            <p:nvPr/>
          </p:nvSpPr>
          <p:spPr>
            <a:xfrm>
              <a:off x="4826508" y="3256787"/>
              <a:ext cx="993775" cy="59690"/>
            </a:xfrm>
            <a:custGeom>
              <a:avLst/>
              <a:gdLst/>
              <a:ahLst/>
              <a:cxnLst/>
              <a:rect l="l" t="t" r="r" b="b"/>
              <a:pathLst>
                <a:path w="993775" h="59689">
                  <a:moveTo>
                    <a:pt x="0" y="0"/>
                  </a:moveTo>
                  <a:lnTo>
                    <a:pt x="993647" y="0"/>
                  </a:lnTo>
                  <a:lnTo>
                    <a:pt x="993647" y="59435"/>
                  </a:lnTo>
                  <a:lnTo>
                    <a:pt x="0" y="59435"/>
                  </a:lnTo>
                  <a:lnTo>
                    <a:pt x="0" y="0"/>
                  </a:lnTo>
                  <a:close/>
                </a:path>
              </a:pathLst>
            </a:custGeom>
            <a:ln w="4762">
              <a:solidFill>
                <a:srgbClr val="54545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1" name="object 19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18888" y="3255263"/>
              <a:ext cx="12191" cy="59435"/>
            </a:xfrm>
            <a:prstGeom prst="rect">
              <a:avLst/>
            </a:prstGeom>
          </p:spPr>
        </p:pic>
        <p:sp>
          <p:nvSpPr>
            <p:cNvPr id="192" name="object 192"/>
            <p:cNvSpPr/>
            <p:nvPr/>
          </p:nvSpPr>
          <p:spPr>
            <a:xfrm>
              <a:off x="4818888" y="3255263"/>
              <a:ext cx="12700" cy="59690"/>
            </a:xfrm>
            <a:custGeom>
              <a:avLst/>
              <a:gdLst/>
              <a:ahLst/>
              <a:cxnLst/>
              <a:rect l="l" t="t" r="r" b="b"/>
              <a:pathLst>
                <a:path w="12700" h="59689">
                  <a:moveTo>
                    <a:pt x="0" y="0"/>
                  </a:moveTo>
                  <a:lnTo>
                    <a:pt x="12191" y="0"/>
                  </a:lnTo>
                  <a:lnTo>
                    <a:pt x="12191" y="59435"/>
                  </a:lnTo>
                  <a:lnTo>
                    <a:pt x="0" y="59435"/>
                  </a:lnTo>
                  <a:lnTo>
                    <a:pt x="0" y="0"/>
                  </a:lnTo>
                  <a:close/>
                </a:path>
              </a:pathLst>
            </a:custGeom>
            <a:ln w="4762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3" name="object 19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12536" y="3255263"/>
              <a:ext cx="12192" cy="59435"/>
            </a:xfrm>
            <a:prstGeom prst="rect">
              <a:avLst/>
            </a:prstGeom>
          </p:spPr>
        </p:pic>
        <p:sp>
          <p:nvSpPr>
            <p:cNvPr id="194" name="object 194"/>
            <p:cNvSpPr/>
            <p:nvPr/>
          </p:nvSpPr>
          <p:spPr>
            <a:xfrm>
              <a:off x="5812536" y="3255263"/>
              <a:ext cx="12700" cy="59690"/>
            </a:xfrm>
            <a:custGeom>
              <a:avLst/>
              <a:gdLst/>
              <a:ahLst/>
              <a:cxnLst/>
              <a:rect l="l" t="t" r="r" b="b"/>
              <a:pathLst>
                <a:path w="12700" h="59689">
                  <a:moveTo>
                    <a:pt x="0" y="0"/>
                  </a:moveTo>
                  <a:lnTo>
                    <a:pt x="12192" y="0"/>
                  </a:lnTo>
                  <a:lnTo>
                    <a:pt x="12192" y="59435"/>
                  </a:lnTo>
                  <a:lnTo>
                    <a:pt x="0" y="59435"/>
                  </a:lnTo>
                  <a:lnTo>
                    <a:pt x="0" y="0"/>
                  </a:lnTo>
                  <a:close/>
                </a:path>
              </a:pathLst>
            </a:custGeom>
            <a:ln w="4762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/>
            <p:cNvSpPr/>
            <p:nvPr/>
          </p:nvSpPr>
          <p:spPr>
            <a:xfrm>
              <a:off x="4826508" y="3461003"/>
              <a:ext cx="24765" cy="59690"/>
            </a:xfrm>
            <a:custGeom>
              <a:avLst/>
              <a:gdLst/>
              <a:ahLst/>
              <a:cxnLst/>
              <a:rect l="l" t="t" r="r" b="b"/>
              <a:pathLst>
                <a:path w="24764" h="59689">
                  <a:moveTo>
                    <a:pt x="24383" y="59436"/>
                  </a:moveTo>
                  <a:lnTo>
                    <a:pt x="0" y="59436"/>
                  </a:lnTo>
                  <a:lnTo>
                    <a:pt x="0" y="0"/>
                  </a:lnTo>
                  <a:lnTo>
                    <a:pt x="24383" y="0"/>
                  </a:lnTo>
                  <a:lnTo>
                    <a:pt x="24383" y="59436"/>
                  </a:lnTo>
                  <a:close/>
                </a:path>
              </a:pathLst>
            </a:custGeom>
            <a:solidFill>
              <a:srgbClr val="5280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/>
            <p:cNvSpPr/>
            <p:nvPr/>
          </p:nvSpPr>
          <p:spPr>
            <a:xfrm>
              <a:off x="4826508" y="3461003"/>
              <a:ext cx="24765" cy="59690"/>
            </a:xfrm>
            <a:custGeom>
              <a:avLst/>
              <a:gdLst/>
              <a:ahLst/>
              <a:cxnLst/>
              <a:rect l="l" t="t" r="r" b="b"/>
              <a:pathLst>
                <a:path w="24764" h="59689">
                  <a:moveTo>
                    <a:pt x="0" y="0"/>
                  </a:moveTo>
                  <a:lnTo>
                    <a:pt x="24383" y="0"/>
                  </a:lnTo>
                  <a:lnTo>
                    <a:pt x="24383" y="59436"/>
                  </a:lnTo>
                  <a:lnTo>
                    <a:pt x="0" y="59436"/>
                  </a:lnTo>
                  <a:lnTo>
                    <a:pt x="0" y="0"/>
                  </a:lnTo>
                  <a:close/>
                </a:path>
              </a:pathLst>
            </a:custGeom>
            <a:ln w="4762">
              <a:solidFill>
                <a:srgbClr val="5280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/>
            <p:cNvSpPr/>
            <p:nvPr/>
          </p:nvSpPr>
          <p:spPr>
            <a:xfrm>
              <a:off x="4901184" y="3637787"/>
              <a:ext cx="769620" cy="59690"/>
            </a:xfrm>
            <a:custGeom>
              <a:avLst/>
              <a:gdLst/>
              <a:ahLst/>
              <a:cxnLst/>
              <a:rect l="l" t="t" r="r" b="b"/>
              <a:pathLst>
                <a:path w="769620" h="59689">
                  <a:moveTo>
                    <a:pt x="769619" y="59435"/>
                  </a:moveTo>
                  <a:lnTo>
                    <a:pt x="0" y="59435"/>
                  </a:lnTo>
                  <a:lnTo>
                    <a:pt x="0" y="0"/>
                  </a:lnTo>
                  <a:lnTo>
                    <a:pt x="769619" y="0"/>
                  </a:lnTo>
                  <a:lnTo>
                    <a:pt x="769619" y="59435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/>
            <p:cNvSpPr/>
            <p:nvPr/>
          </p:nvSpPr>
          <p:spPr>
            <a:xfrm>
              <a:off x="4901184" y="3637787"/>
              <a:ext cx="769620" cy="59690"/>
            </a:xfrm>
            <a:custGeom>
              <a:avLst/>
              <a:gdLst/>
              <a:ahLst/>
              <a:cxnLst/>
              <a:rect l="l" t="t" r="r" b="b"/>
              <a:pathLst>
                <a:path w="769620" h="59689">
                  <a:moveTo>
                    <a:pt x="0" y="0"/>
                  </a:moveTo>
                  <a:lnTo>
                    <a:pt x="769619" y="0"/>
                  </a:lnTo>
                  <a:lnTo>
                    <a:pt x="769619" y="59435"/>
                  </a:lnTo>
                  <a:lnTo>
                    <a:pt x="0" y="59435"/>
                  </a:lnTo>
                  <a:lnTo>
                    <a:pt x="0" y="0"/>
                  </a:lnTo>
                  <a:close/>
                </a:path>
              </a:pathLst>
            </a:custGeom>
            <a:ln w="4762">
              <a:solidFill>
                <a:srgbClr val="54545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9" name="object 19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93564" y="3636263"/>
              <a:ext cx="12191" cy="59435"/>
            </a:xfrm>
            <a:prstGeom prst="rect">
              <a:avLst/>
            </a:prstGeom>
          </p:spPr>
        </p:pic>
        <p:sp>
          <p:nvSpPr>
            <p:cNvPr id="200" name="object 200"/>
            <p:cNvSpPr/>
            <p:nvPr/>
          </p:nvSpPr>
          <p:spPr>
            <a:xfrm>
              <a:off x="4893564" y="3636263"/>
              <a:ext cx="12700" cy="59690"/>
            </a:xfrm>
            <a:custGeom>
              <a:avLst/>
              <a:gdLst/>
              <a:ahLst/>
              <a:cxnLst/>
              <a:rect l="l" t="t" r="r" b="b"/>
              <a:pathLst>
                <a:path w="12700" h="59689">
                  <a:moveTo>
                    <a:pt x="0" y="0"/>
                  </a:moveTo>
                  <a:lnTo>
                    <a:pt x="12191" y="0"/>
                  </a:lnTo>
                  <a:lnTo>
                    <a:pt x="12191" y="59435"/>
                  </a:lnTo>
                  <a:lnTo>
                    <a:pt x="0" y="59435"/>
                  </a:lnTo>
                  <a:lnTo>
                    <a:pt x="0" y="0"/>
                  </a:lnTo>
                  <a:close/>
                </a:path>
              </a:pathLst>
            </a:custGeom>
            <a:ln w="4762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1" name="object 20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63184" y="3636263"/>
              <a:ext cx="12192" cy="59435"/>
            </a:xfrm>
            <a:prstGeom prst="rect">
              <a:avLst/>
            </a:prstGeom>
          </p:spPr>
        </p:pic>
        <p:sp>
          <p:nvSpPr>
            <p:cNvPr id="202" name="object 202"/>
            <p:cNvSpPr/>
            <p:nvPr/>
          </p:nvSpPr>
          <p:spPr>
            <a:xfrm>
              <a:off x="5663184" y="3636263"/>
              <a:ext cx="12700" cy="59690"/>
            </a:xfrm>
            <a:custGeom>
              <a:avLst/>
              <a:gdLst/>
              <a:ahLst/>
              <a:cxnLst/>
              <a:rect l="l" t="t" r="r" b="b"/>
              <a:pathLst>
                <a:path w="12700" h="59689">
                  <a:moveTo>
                    <a:pt x="0" y="0"/>
                  </a:moveTo>
                  <a:lnTo>
                    <a:pt x="12192" y="0"/>
                  </a:lnTo>
                  <a:lnTo>
                    <a:pt x="12192" y="59435"/>
                  </a:lnTo>
                  <a:lnTo>
                    <a:pt x="0" y="59435"/>
                  </a:lnTo>
                  <a:lnTo>
                    <a:pt x="0" y="0"/>
                  </a:lnTo>
                  <a:close/>
                </a:path>
              </a:pathLst>
            </a:custGeom>
            <a:ln w="4762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/>
            <p:cNvSpPr/>
            <p:nvPr/>
          </p:nvSpPr>
          <p:spPr>
            <a:xfrm>
              <a:off x="4901184" y="3814571"/>
              <a:ext cx="125095" cy="59690"/>
            </a:xfrm>
            <a:custGeom>
              <a:avLst/>
              <a:gdLst/>
              <a:ahLst/>
              <a:cxnLst/>
              <a:rect l="l" t="t" r="r" b="b"/>
              <a:pathLst>
                <a:path w="125095" h="59689">
                  <a:moveTo>
                    <a:pt x="124967" y="59435"/>
                  </a:moveTo>
                  <a:lnTo>
                    <a:pt x="0" y="59435"/>
                  </a:lnTo>
                  <a:lnTo>
                    <a:pt x="0" y="0"/>
                  </a:lnTo>
                  <a:lnTo>
                    <a:pt x="124967" y="0"/>
                  </a:lnTo>
                  <a:lnTo>
                    <a:pt x="124967" y="59435"/>
                  </a:lnTo>
                  <a:close/>
                </a:path>
              </a:pathLst>
            </a:custGeom>
            <a:solidFill>
              <a:srgbClr val="5280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/>
            <p:cNvSpPr/>
            <p:nvPr/>
          </p:nvSpPr>
          <p:spPr>
            <a:xfrm>
              <a:off x="4901184" y="3814571"/>
              <a:ext cx="125095" cy="59690"/>
            </a:xfrm>
            <a:custGeom>
              <a:avLst/>
              <a:gdLst/>
              <a:ahLst/>
              <a:cxnLst/>
              <a:rect l="l" t="t" r="r" b="b"/>
              <a:pathLst>
                <a:path w="125095" h="59689">
                  <a:moveTo>
                    <a:pt x="0" y="0"/>
                  </a:moveTo>
                  <a:lnTo>
                    <a:pt x="124967" y="0"/>
                  </a:lnTo>
                  <a:lnTo>
                    <a:pt x="124967" y="59435"/>
                  </a:lnTo>
                  <a:lnTo>
                    <a:pt x="0" y="59435"/>
                  </a:lnTo>
                  <a:lnTo>
                    <a:pt x="0" y="0"/>
                  </a:lnTo>
                  <a:close/>
                </a:path>
              </a:pathLst>
            </a:custGeom>
            <a:ln w="4762">
              <a:solidFill>
                <a:srgbClr val="5280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/>
            <p:cNvSpPr/>
            <p:nvPr/>
          </p:nvSpPr>
          <p:spPr>
            <a:xfrm>
              <a:off x="5074920" y="3991355"/>
              <a:ext cx="273050" cy="59690"/>
            </a:xfrm>
            <a:custGeom>
              <a:avLst/>
              <a:gdLst/>
              <a:ahLst/>
              <a:cxnLst/>
              <a:rect l="l" t="t" r="r" b="b"/>
              <a:pathLst>
                <a:path w="273050" h="59689">
                  <a:moveTo>
                    <a:pt x="272796" y="59435"/>
                  </a:moveTo>
                  <a:lnTo>
                    <a:pt x="0" y="59435"/>
                  </a:lnTo>
                  <a:lnTo>
                    <a:pt x="0" y="0"/>
                  </a:lnTo>
                  <a:lnTo>
                    <a:pt x="272796" y="0"/>
                  </a:lnTo>
                  <a:lnTo>
                    <a:pt x="272796" y="59435"/>
                  </a:lnTo>
                  <a:close/>
                </a:path>
              </a:pathLst>
            </a:custGeom>
            <a:solidFill>
              <a:srgbClr val="5280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/>
            <p:cNvSpPr/>
            <p:nvPr/>
          </p:nvSpPr>
          <p:spPr>
            <a:xfrm>
              <a:off x="5074920" y="3991355"/>
              <a:ext cx="273050" cy="59690"/>
            </a:xfrm>
            <a:custGeom>
              <a:avLst/>
              <a:gdLst/>
              <a:ahLst/>
              <a:cxnLst/>
              <a:rect l="l" t="t" r="r" b="b"/>
              <a:pathLst>
                <a:path w="273050" h="59689">
                  <a:moveTo>
                    <a:pt x="0" y="0"/>
                  </a:moveTo>
                  <a:lnTo>
                    <a:pt x="272796" y="0"/>
                  </a:lnTo>
                  <a:lnTo>
                    <a:pt x="272796" y="59435"/>
                  </a:lnTo>
                  <a:lnTo>
                    <a:pt x="0" y="59435"/>
                  </a:lnTo>
                  <a:lnTo>
                    <a:pt x="0" y="0"/>
                  </a:lnTo>
                  <a:close/>
                </a:path>
              </a:pathLst>
            </a:custGeom>
            <a:ln w="4762">
              <a:solidFill>
                <a:srgbClr val="5280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/>
            <p:cNvSpPr/>
            <p:nvPr/>
          </p:nvSpPr>
          <p:spPr>
            <a:xfrm>
              <a:off x="5347716" y="4168139"/>
              <a:ext cx="323215" cy="59690"/>
            </a:xfrm>
            <a:custGeom>
              <a:avLst/>
              <a:gdLst/>
              <a:ahLst/>
              <a:cxnLst/>
              <a:rect l="l" t="t" r="r" b="b"/>
              <a:pathLst>
                <a:path w="323214" h="59689">
                  <a:moveTo>
                    <a:pt x="323087" y="59435"/>
                  </a:moveTo>
                  <a:lnTo>
                    <a:pt x="0" y="59435"/>
                  </a:lnTo>
                  <a:lnTo>
                    <a:pt x="0" y="0"/>
                  </a:lnTo>
                  <a:lnTo>
                    <a:pt x="323087" y="0"/>
                  </a:lnTo>
                  <a:lnTo>
                    <a:pt x="323087" y="59435"/>
                  </a:lnTo>
                  <a:close/>
                </a:path>
              </a:pathLst>
            </a:custGeom>
            <a:solidFill>
              <a:srgbClr val="5280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/>
            <p:cNvSpPr/>
            <p:nvPr/>
          </p:nvSpPr>
          <p:spPr>
            <a:xfrm>
              <a:off x="5347716" y="4168139"/>
              <a:ext cx="323215" cy="59690"/>
            </a:xfrm>
            <a:custGeom>
              <a:avLst/>
              <a:gdLst/>
              <a:ahLst/>
              <a:cxnLst/>
              <a:rect l="l" t="t" r="r" b="b"/>
              <a:pathLst>
                <a:path w="323214" h="59689">
                  <a:moveTo>
                    <a:pt x="0" y="0"/>
                  </a:moveTo>
                  <a:lnTo>
                    <a:pt x="323087" y="0"/>
                  </a:lnTo>
                  <a:lnTo>
                    <a:pt x="323087" y="59435"/>
                  </a:lnTo>
                  <a:lnTo>
                    <a:pt x="0" y="59435"/>
                  </a:lnTo>
                  <a:lnTo>
                    <a:pt x="0" y="0"/>
                  </a:lnTo>
                  <a:close/>
                </a:path>
              </a:pathLst>
            </a:custGeom>
            <a:ln w="4762">
              <a:solidFill>
                <a:srgbClr val="5280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/>
            <p:cNvSpPr/>
            <p:nvPr/>
          </p:nvSpPr>
          <p:spPr>
            <a:xfrm>
              <a:off x="4901184" y="4344923"/>
              <a:ext cx="273050" cy="59690"/>
            </a:xfrm>
            <a:custGeom>
              <a:avLst/>
              <a:gdLst/>
              <a:ahLst/>
              <a:cxnLst/>
              <a:rect l="l" t="t" r="r" b="b"/>
              <a:pathLst>
                <a:path w="273050" h="59689">
                  <a:moveTo>
                    <a:pt x="272796" y="59435"/>
                  </a:moveTo>
                  <a:lnTo>
                    <a:pt x="0" y="59435"/>
                  </a:lnTo>
                  <a:lnTo>
                    <a:pt x="0" y="0"/>
                  </a:lnTo>
                  <a:lnTo>
                    <a:pt x="272796" y="0"/>
                  </a:lnTo>
                  <a:lnTo>
                    <a:pt x="272796" y="59435"/>
                  </a:lnTo>
                  <a:close/>
                </a:path>
              </a:pathLst>
            </a:custGeom>
            <a:solidFill>
              <a:srgbClr val="5280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/>
            <p:cNvSpPr/>
            <p:nvPr/>
          </p:nvSpPr>
          <p:spPr>
            <a:xfrm>
              <a:off x="4901184" y="4344923"/>
              <a:ext cx="273050" cy="59690"/>
            </a:xfrm>
            <a:custGeom>
              <a:avLst/>
              <a:gdLst/>
              <a:ahLst/>
              <a:cxnLst/>
              <a:rect l="l" t="t" r="r" b="b"/>
              <a:pathLst>
                <a:path w="273050" h="59689">
                  <a:moveTo>
                    <a:pt x="0" y="0"/>
                  </a:moveTo>
                  <a:lnTo>
                    <a:pt x="272796" y="0"/>
                  </a:lnTo>
                  <a:lnTo>
                    <a:pt x="272796" y="59435"/>
                  </a:lnTo>
                  <a:lnTo>
                    <a:pt x="0" y="59435"/>
                  </a:lnTo>
                  <a:lnTo>
                    <a:pt x="0" y="0"/>
                  </a:lnTo>
                  <a:close/>
                </a:path>
              </a:pathLst>
            </a:custGeom>
            <a:ln w="4762">
              <a:solidFill>
                <a:srgbClr val="5280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/>
            <p:cNvSpPr/>
            <p:nvPr/>
          </p:nvSpPr>
          <p:spPr>
            <a:xfrm>
              <a:off x="5173980" y="4521707"/>
              <a:ext cx="323215" cy="59690"/>
            </a:xfrm>
            <a:custGeom>
              <a:avLst/>
              <a:gdLst/>
              <a:ahLst/>
              <a:cxnLst/>
              <a:rect l="l" t="t" r="r" b="b"/>
              <a:pathLst>
                <a:path w="323214" h="59689">
                  <a:moveTo>
                    <a:pt x="323087" y="59435"/>
                  </a:moveTo>
                  <a:lnTo>
                    <a:pt x="0" y="59435"/>
                  </a:lnTo>
                  <a:lnTo>
                    <a:pt x="0" y="0"/>
                  </a:lnTo>
                  <a:lnTo>
                    <a:pt x="323087" y="0"/>
                  </a:lnTo>
                  <a:lnTo>
                    <a:pt x="323087" y="59435"/>
                  </a:lnTo>
                  <a:close/>
                </a:path>
              </a:pathLst>
            </a:custGeom>
            <a:solidFill>
              <a:srgbClr val="5280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/>
            <p:cNvSpPr/>
            <p:nvPr/>
          </p:nvSpPr>
          <p:spPr>
            <a:xfrm>
              <a:off x="5173980" y="4521707"/>
              <a:ext cx="323215" cy="59690"/>
            </a:xfrm>
            <a:custGeom>
              <a:avLst/>
              <a:gdLst/>
              <a:ahLst/>
              <a:cxnLst/>
              <a:rect l="l" t="t" r="r" b="b"/>
              <a:pathLst>
                <a:path w="323214" h="59689">
                  <a:moveTo>
                    <a:pt x="0" y="0"/>
                  </a:moveTo>
                  <a:lnTo>
                    <a:pt x="323087" y="0"/>
                  </a:lnTo>
                  <a:lnTo>
                    <a:pt x="323087" y="59435"/>
                  </a:lnTo>
                  <a:lnTo>
                    <a:pt x="0" y="59435"/>
                  </a:lnTo>
                  <a:lnTo>
                    <a:pt x="0" y="0"/>
                  </a:lnTo>
                  <a:close/>
                </a:path>
              </a:pathLst>
            </a:custGeom>
            <a:ln w="4762">
              <a:solidFill>
                <a:srgbClr val="5280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/>
            <p:cNvSpPr/>
            <p:nvPr/>
          </p:nvSpPr>
          <p:spPr>
            <a:xfrm>
              <a:off x="5497068" y="4698491"/>
              <a:ext cx="173990" cy="59690"/>
            </a:xfrm>
            <a:custGeom>
              <a:avLst/>
              <a:gdLst/>
              <a:ahLst/>
              <a:cxnLst/>
              <a:rect l="l" t="t" r="r" b="b"/>
              <a:pathLst>
                <a:path w="173989" h="59689">
                  <a:moveTo>
                    <a:pt x="173735" y="59435"/>
                  </a:moveTo>
                  <a:lnTo>
                    <a:pt x="0" y="59435"/>
                  </a:lnTo>
                  <a:lnTo>
                    <a:pt x="0" y="0"/>
                  </a:lnTo>
                  <a:lnTo>
                    <a:pt x="173735" y="0"/>
                  </a:lnTo>
                  <a:lnTo>
                    <a:pt x="173735" y="59435"/>
                  </a:lnTo>
                  <a:close/>
                </a:path>
              </a:pathLst>
            </a:custGeom>
            <a:solidFill>
              <a:srgbClr val="5280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/>
            <p:cNvSpPr/>
            <p:nvPr/>
          </p:nvSpPr>
          <p:spPr>
            <a:xfrm>
              <a:off x="5497068" y="4698491"/>
              <a:ext cx="173990" cy="59690"/>
            </a:xfrm>
            <a:custGeom>
              <a:avLst/>
              <a:gdLst/>
              <a:ahLst/>
              <a:cxnLst/>
              <a:rect l="l" t="t" r="r" b="b"/>
              <a:pathLst>
                <a:path w="173989" h="59689">
                  <a:moveTo>
                    <a:pt x="0" y="0"/>
                  </a:moveTo>
                  <a:lnTo>
                    <a:pt x="173735" y="0"/>
                  </a:lnTo>
                  <a:lnTo>
                    <a:pt x="173735" y="59435"/>
                  </a:lnTo>
                  <a:lnTo>
                    <a:pt x="0" y="59435"/>
                  </a:lnTo>
                  <a:lnTo>
                    <a:pt x="0" y="0"/>
                  </a:lnTo>
                  <a:close/>
                </a:path>
              </a:pathLst>
            </a:custGeom>
            <a:ln w="4762">
              <a:solidFill>
                <a:srgbClr val="5280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/>
            <p:cNvSpPr/>
            <p:nvPr/>
          </p:nvSpPr>
          <p:spPr>
            <a:xfrm>
              <a:off x="5670803" y="4875275"/>
              <a:ext cx="149860" cy="59690"/>
            </a:xfrm>
            <a:custGeom>
              <a:avLst/>
              <a:gdLst/>
              <a:ahLst/>
              <a:cxnLst/>
              <a:rect l="l" t="t" r="r" b="b"/>
              <a:pathLst>
                <a:path w="149860" h="59689">
                  <a:moveTo>
                    <a:pt x="149351" y="59436"/>
                  </a:moveTo>
                  <a:lnTo>
                    <a:pt x="0" y="59436"/>
                  </a:lnTo>
                  <a:lnTo>
                    <a:pt x="0" y="0"/>
                  </a:lnTo>
                  <a:lnTo>
                    <a:pt x="149351" y="0"/>
                  </a:lnTo>
                  <a:lnTo>
                    <a:pt x="149351" y="59436"/>
                  </a:lnTo>
                  <a:close/>
                </a:path>
              </a:pathLst>
            </a:custGeom>
            <a:solidFill>
              <a:srgbClr val="5280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/>
            <p:cNvSpPr/>
            <p:nvPr/>
          </p:nvSpPr>
          <p:spPr>
            <a:xfrm>
              <a:off x="5670803" y="4875275"/>
              <a:ext cx="149860" cy="59690"/>
            </a:xfrm>
            <a:custGeom>
              <a:avLst/>
              <a:gdLst/>
              <a:ahLst/>
              <a:cxnLst/>
              <a:rect l="l" t="t" r="r" b="b"/>
              <a:pathLst>
                <a:path w="149860" h="59689">
                  <a:moveTo>
                    <a:pt x="0" y="0"/>
                  </a:moveTo>
                  <a:lnTo>
                    <a:pt x="149351" y="0"/>
                  </a:lnTo>
                  <a:lnTo>
                    <a:pt x="149351" y="59436"/>
                  </a:lnTo>
                  <a:lnTo>
                    <a:pt x="0" y="59436"/>
                  </a:lnTo>
                  <a:lnTo>
                    <a:pt x="0" y="0"/>
                  </a:lnTo>
                  <a:close/>
                </a:path>
              </a:pathLst>
            </a:custGeom>
            <a:ln w="4762">
              <a:solidFill>
                <a:srgbClr val="52803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7" name="object 2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789676" y="5050535"/>
              <a:ext cx="59435" cy="47548"/>
            </a:xfrm>
            <a:prstGeom prst="rect">
              <a:avLst/>
            </a:prstGeom>
          </p:spPr>
        </p:pic>
        <p:pic>
          <p:nvPicPr>
            <p:cNvPr id="218" name="object 2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87295" y="5048154"/>
              <a:ext cx="64198" cy="64198"/>
            </a:xfrm>
            <a:prstGeom prst="rect">
              <a:avLst/>
            </a:prstGeom>
          </p:spPr>
        </p:pic>
        <p:sp>
          <p:nvSpPr>
            <p:cNvPr id="219" name="object 219"/>
            <p:cNvSpPr/>
            <p:nvPr/>
          </p:nvSpPr>
          <p:spPr>
            <a:xfrm>
              <a:off x="5789676" y="5050535"/>
              <a:ext cx="59690" cy="59690"/>
            </a:xfrm>
            <a:custGeom>
              <a:avLst/>
              <a:gdLst/>
              <a:ahLst/>
              <a:cxnLst/>
              <a:rect l="l" t="t" r="r" b="b"/>
              <a:pathLst>
                <a:path w="59689" h="59689">
                  <a:moveTo>
                    <a:pt x="28955" y="0"/>
                  </a:moveTo>
                  <a:lnTo>
                    <a:pt x="59435" y="30480"/>
                  </a:lnTo>
                  <a:lnTo>
                    <a:pt x="28955" y="59435"/>
                  </a:lnTo>
                  <a:lnTo>
                    <a:pt x="0" y="30480"/>
                  </a:lnTo>
                  <a:lnTo>
                    <a:pt x="28955" y="0"/>
                  </a:lnTo>
                  <a:close/>
                </a:path>
              </a:pathLst>
            </a:custGeom>
            <a:ln w="4762">
              <a:solidFill>
                <a:srgbClr val="67B63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0" name="object 220"/>
          <p:cNvSpPr txBox="1"/>
          <p:nvPr/>
        </p:nvSpPr>
        <p:spPr>
          <a:xfrm>
            <a:off x="5891276" y="4986169"/>
            <a:ext cx="224790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700" b="1" spc="-20" dirty="0">
                <a:latin typeface="Gadugi" panose="020B0502040204020203"/>
                <a:cs typeface="Gadugi" panose="020B0502040204020203"/>
              </a:rPr>
              <a:t>1/21</a:t>
            </a:r>
            <a:endParaRPr sz="700">
              <a:latin typeface="Gadugi" panose="020B0502040204020203"/>
              <a:cs typeface="Gadugi" panose="020B0502040204020203"/>
            </a:endParaRPr>
          </a:p>
        </p:txBody>
      </p:sp>
      <p:grpSp>
        <p:nvGrpSpPr>
          <p:cNvPr id="221" name="object 221"/>
          <p:cNvGrpSpPr/>
          <p:nvPr/>
        </p:nvGrpSpPr>
        <p:grpSpPr>
          <a:xfrm>
            <a:off x="5809995" y="5224779"/>
            <a:ext cx="3146425" cy="799465"/>
            <a:chOff x="5809995" y="5224779"/>
            <a:chExt cx="3146425" cy="799465"/>
          </a:xfrm>
        </p:grpSpPr>
        <p:sp>
          <p:nvSpPr>
            <p:cNvPr id="222" name="object 222"/>
            <p:cNvSpPr/>
            <p:nvPr/>
          </p:nvSpPr>
          <p:spPr>
            <a:xfrm>
              <a:off x="5820155" y="5228844"/>
              <a:ext cx="3104515" cy="59690"/>
            </a:xfrm>
            <a:custGeom>
              <a:avLst/>
              <a:gdLst/>
              <a:ahLst/>
              <a:cxnLst/>
              <a:rect l="l" t="t" r="r" b="b"/>
              <a:pathLst>
                <a:path w="3104515" h="59689">
                  <a:moveTo>
                    <a:pt x="3104388" y="59435"/>
                  </a:moveTo>
                  <a:lnTo>
                    <a:pt x="0" y="59435"/>
                  </a:lnTo>
                  <a:lnTo>
                    <a:pt x="0" y="0"/>
                  </a:lnTo>
                  <a:lnTo>
                    <a:pt x="3104388" y="0"/>
                  </a:lnTo>
                  <a:lnTo>
                    <a:pt x="3104388" y="59435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/>
            <p:cNvSpPr/>
            <p:nvPr/>
          </p:nvSpPr>
          <p:spPr>
            <a:xfrm>
              <a:off x="5820155" y="5228844"/>
              <a:ext cx="3104515" cy="59690"/>
            </a:xfrm>
            <a:custGeom>
              <a:avLst/>
              <a:gdLst/>
              <a:ahLst/>
              <a:cxnLst/>
              <a:rect l="l" t="t" r="r" b="b"/>
              <a:pathLst>
                <a:path w="3104515" h="59689">
                  <a:moveTo>
                    <a:pt x="0" y="0"/>
                  </a:moveTo>
                  <a:lnTo>
                    <a:pt x="3104388" y="0"/>
                  </a:lnTo>
                  <a:lnTo>
                    <a:pt x="3104388" y="59435"/>
                  </a:lnTo>
                  <a:lnTo>
                    <a:pt x="0" y="59435"/>
                  </a:lnTo>
                  <a:lnTo>
                    <a:pt x="0" y="0"/>
                  </a:lnTo>
                  <a:close/>
                </a:path>
              </a:pathLst>
            </a:custGeom>
            <a:ln w="4762">
              <a:solidFill>
                <a:srgbClr val="54545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4" name="object 2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12535" y="5227319"/>
              <a:ext cx="12192" cy="59435"/>
            </a:xfrm>
            <a:prstGeom prst="rect">
              <a:avLst/>
            </a:prstGeom>
          </p:spPr>
        </p:pic>
        <p:sp>
          <p:nvSpPr>
            <p:cNvPr id="225" name="object 225"/>
            <p:cNvSpPr/>
            <p:nvPr/>
          </p:nvSpPr>
          <p:spPr>
            <a:xfrm>
              <a:off x="5812535" y="5227319"/>
              <a:ext cx="12700" cy="59690"/>
            </a:xfrm>
            <a:custGeom>
              <a:avLst/>
              <a:gdLst/>
              <a:ahLst/>
              <a:cxnLst/>
              <a:rect l="l" t="t" r="r" b="b"/>
              <a:pathLst>
                <a:path w="12700" h="59689">
                  <a:moveTo>
                    <a:pt x="0" y="0"/>
                  </a:moveTo>
                  <a:lnTo>
                    <a:pt x="12192" y="0"/>
                  </a:lnTo>
                  <a:lnTo>
                    <a:pt x="12192" y="59435"/>
                  </a:lnTo>
                  <a:lnTo>
                    <a:pt x="0" y="59435"/>
                  </a:lnTo>
                  <a:lnTo>
                    <a:pt x="0" y="0"/>
                  </a:lnTo>
                  <a:close/>
                </a:path>
              </a:pathLst>
            </a:custGeom>
            <a:ln w="4762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6" name="object 2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916923" y="5227319"/>
              <a:ext cx="12192" cy="59435"/>
            </a:xfrm>
            <a:prstGeom prst="rect">
              <a:avLst/>
            </a:prstGeom>
          </p:spPr>
        </p:pic>
        <p:sp>
          <p:nvSpPr>
            <p:cNvPr id="227" name="object 227"/>
            <p:cNvSpPr/>
            <p:nvPr/>
          </p:nvSpPr>
          <p:spPr>
            <a:xfrm>
              <a:off x="8916923" y="5227319"/>
              <a:ext cx="12700" cy="59690"/>
            </a:xfrm>
            <a:custGeom>
              <a:avLst/>
              <a:gdLst/>
              <a:ahLst/>
              <a:cxnLst/>
              <a:rect l="l" t="t" r="r" b="b"/>
              <a:pathLst>
                <a:path w="12700" h="59689">
                  <a:moveTo>
                    <a:pt x="0" y="0"/>
                  </a:moveTo>
                  <a:lnTo>
                    <a:pt x="12192" y="0"/>
                  </a:lnTo>
                  <a:lnTo>
                    <a:pt x="12192" y="59435"/>
                  </a:lnTo>
                  <a:lnTo>
                    <a:pt x="0" y="59435"/>
                  </a:lnTo>
                  <a:lnTo>
                    <a:pt x="0" y="0"/>
                  </a:lnTo>
                  <a:close/>
                </a:path>
              </a:pathLst>
            </a:custGeom>
            <a:ln w="4762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/>
            <p:cNvSpPr/>
            <p:nvPr/>
          </p:nvSpPr>
          <p:spPr>
            <a:xfrm>
              <a:off x="5820155" y="5433060"/>
              <a:ext cx="173990" cy="59690"/>
            </a:xfrm>
            <a:custGeom>
              <a:avLst/>
              <a:gdLst/>
              <a:ahLst/>
              <a:cxnLst/>
              <a:rect l="l" t="t" r="r" b="b"/>
              <a:pathLst>
                <a:path w="173989" h="59689">
                  <a:moveTo>
                    <a:pt x="173736" y="59435"/>
                  </a:moveTo>
                  <a:lnTo>
                    <a:pt x="0" y="59435"/>
                  </a:lnTo>
                  <a:lnTo>
                    <a:pt x="0" y="0"/>
                  </a:lnTo>
                  <a:lnTo>
                    <a:pt x="173736" y="0"/>
                  </a:lnTo>
                  <a:lnTo>
                    <a:pt x="173736" y="59435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/>
            <p:cNvSpPr/>
            <p:nvPr/>
          </p:nvSpPr>
          <p:spPr>
            <a:xfrm>
              <a:off x="5820155" y="5433060"/>
              <a:ext cx="173990" cy="59690"/>
            </a:xfrm>
            <a:custGeom>
              <a:avLst/>
              <a:gdLst/>
              <a:ahLst/>
              <a:cxnLst/>
              <a:rect l="l" t="t" r="r" b="b"/>
              <a:pathLst>
                <a:path w="173989" h="59689">
                  <a:moveTo>
                    <a:pt x="0" y="0"/>
                  </a:moveTo>
                  <a:lnTo>
                    <a:pt x="173736" y="0"/>
                  </a:lnTo>
                  <a:lnTo>
                    <a:pt x="173736" y="59435"/>
                  </a:lnTo>
                  <a:lnTo>
                    <a:pt x="0" y="59435"/>
                  </a:lnTo>
                  <a:lnTo>
                    <a:pt x="0" y="0"/>
                  </a:lnTo>
                  <a:close/>
                </a:path>
              </a:pathLst>
            </a:custGeom>
            <a:ln w="4762">
              <a:solidFill>
                <a:srgbClr val="FFB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/>
            <p:cNvSpPr/>
            <p:nvPr/>
          </p:nvSpPr>
          <p:spPr>
            <a:xfrm>
              <a:off x="5993892" y="5609844"/>
              <a:ext cx="1391920" cy="59690"/>
            </a:xfrm>
            <a:custGeom>
              <a:avLst/>
              <a:gdLst/>
              <a:ahLst/>
              <a:cxnLst/>
              <a:rect l="l" t="t" r="r" b="b"/>
              <a:pathLst>
                <a:path w="1391920" h="59689">
                  <a:moveTo>
                    <a:pt x="1391411" y="59435"/>
                  </a:moveTo>
                  <a:lnTo>
                    <a:pt x="0" y="59435"/>
                  </a:lnTo>
                  <a:lnTo>
                    <a:pt x="0" y="0"/>
                  </a:lnTo>
                  <a:lnTo>
                    <a:pt x="1391411" y="0"/>
                  </a:lnTo>
                  <a:lnTo>
                    <a:pt x="1391411" y="59435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/>
            <p:cNvSpPr/>
            <p:nvPr/>
          </p:nvSpPr>
          <p:spPr>
            <a:xfrm>
              <a:off x="5993892" y="5609844"/>
              <a:ext cx="1391920" cy="59690"/>
            </a:xfrm>
            <a:custGeom>
              <a:avLst/>
              <a:gdLst/>
              <a:ahLst/>
              <a:cxnLst/>
              <a:rect l="l" t="t" r="r" b="b"/>
              <a:pathLst>
                <a:path w="1391920" h="59689">
                  <a:moveTo>
                    <a:pt x="0" y="0"/>
                  </a:moveTo>
                  <a:lnTo>
                    <a:pt x="1391411" y="0"/>
                  </a:lnTo>
                  <a:lnTo>
                    <a:pt x="1391411" y="59435"/>
                  </a:lnTo>
                  <a:lnTo>
                    <a:pt x="0" y="59435"/>
                  </a:lnTo>
                  <a:lnTo>
                    <a:pt x="0" y="0"/>
                  </a:lnTo>
                  <a:close/>
                </a:path>
              </a:pathLst>
            </a:custGeom>
            <a:ln w="4762">
              <a:solidFill>
                <a:srgbClr val="FFB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/>
            <p:cNvSpPr/>
            <p:nvPr/>
          </p:nvSpPr>
          <p:spPr>
            <a:xfrm>
              <a:off x="7385303" y="5786628"/>
              <a:ext cx="1539240" cy="59690"/>
            </a:xfrm>
            <a:custGeom>
              <a:avLst/>
              <a:gdLst/>
              <a:ahLst/>
              <a:cxnLst/>
              <a:rect l="l" t="t" r="r" b="b"/>
              <a:pathLst>
                <a:path w="1539240" h="59689">
                  <a:moveTo>
                    <a:pt x="1539240" y="59435"/>
                  </a:moveTo>
                  <a:lnTo>
                    <a:pt x="0" y="59435"/>
                  </a:lnTo>
                  <a:lnTo>
                    <a:pt x="0" y="0"/>
                  </a:lnTo>
                  <a:lnTo>
                    <a:pt x="1539240" y="0"/>
                  </a:lnTo>
                  <a:lnTo>
                    <a:pt x="1539240" y="59435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/>
            <p:cNvSpPr/>
            <p:nvPr/>
          </p:nvSpPr>
          <p:spPr>
            <a:xfrm>
              <a:off x="7385303" y="5786628"/>
              <a:ext cx="1539240" cy="59690"/>
            </a:xfrm>
            <a:custGeom>
              <a:avLst/>
              <a:gdLst/>
              <a:ahLst/>
              <a:cxnLst/>
              <a:rect l="l" t="t" r="r" b="b"/>
              <a:pathLst>
                <a:path w="1539240" h="59689">
                  <a:moveTo>
                    <a:pt x="0" y="0"/>
                  </a:moveTo>
                  <a:lnTo>
                    <a:pt x="1539240" y="0"/>
                  </a:lnTo>
                  <a:lnTo>
                    <a:pt x="1539240" y="59435"/>
                  </a:lnTo>
                  <a:lnTo>
                    <a:pt x="0" y="59435"/>
                  </a:lnTo>
                  <a:lnTo>
                    <a:pt x="0" y="0"/>
                  </a:lnTo>
                  <a:close/>
                </a:path>
              </a:pathLst>
            </a:custGeom>
            <a:ln w="4762">
              <a:solidFill>
                <a:srgbClr val="FFBF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4" name="object 23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894063" y="5961887"/>
              <a:ext cx="59435" cy="47548"/>
            </a:xfrm>
            <a:prstGeom prst="rect">
              <a:avLst/>
            </a:prstGeom>
          </p:spPr>
        </p:pic>
        <p:pic>
          <p:nvPicPr>
            <p:cNvPr id="235" name="object 23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891682" y="5959506"/>
              <a:ext cx="64198" cy="64198"/>
            </a:xfrm>
            <a:prstGeom prst="rect">
              <a:avLst/>
            </a:prstGeom>
          </p:spPr>
        </p:pic>
        <p:sp>
          <p:nvSpPr>
            <p:cNvPr id="236" name="object 236"/>
            <p:cNvSpPr/>
            <p:nvPr/>
          </p:nvSpPr>
          <p:spPr>
            <a:xfrm>
              <a:off x="8894063" y="5961887"/>
              <a:ext cx="59690" cy="59690"/>
            </a:xfrm>
            <a:custGeom>
              <a:avLst/>
              <a:gdLst/>
              <a:ahLst/>
              <a:cxnLst/>
              <a:rect l="l" t="t" r="r" b="b"/>
              <a:pathLst>
                <a:path w="59690" h="59689">
                  <a:moveTo>
                    <a:pt x="30480" y="0"/>
                  </a:moveTo>
                  <a:lnTo>
                    <a:pt x="59435" y="30480"/>
                  </a:lnTo>
                  <a:lnTo>
                    <a:pt x="30480" y="59435"/>
                  </a:lnTo>
                  <a:lnTo>
                    <a:pt x="0" y="30480"/>
                  </a:lnTo>
                  <a:lnTo>
                    <a:pt x="30480" y="0"/>
                  </a:lnTo>
                  <a:close/>
                </a:path>
              </a:pathLst>
            </a:custGeom>
            <a:ln w="4762">
              <a:solidFill>
                <a:srgbClr val="67B63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7" name="object 237"/>
          <p:cNvSpPr txBox="1"/>
          <p:nvPr/>
        </p:nvSpPr>
        <p:spPr>
          <a:xfrm>
            <a:off x="8995664" y="5897521"/>
            <a:ext cx="224790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700" b="1" spc="-20" dirty="0">
                <a:latin typeface="Gadugi" panose="020B0502040204020203"/>
                <a:cs typeface="Gadugi" panose="020B0502040204020203"/>
              </a:rPr>
              <a:t>5/26</a:t>
            </a:r>
            <a:endParaRPr sz="700">
              <a:latin typeface="Gadugi" panose="020B0502040204020203"/>
              <a:cs typeface="Gadugi" panose="020B0502040204020203"/>
            </a:endParaRPr>
          </a:p>
        </p:txBody>
      </p:sp>
      <p:grpSp>
        <p:nvGrpSpPr>
          <p:cNvPr id="238" name="object 238"/>
          <p:cNvGrpSpPr/>
          <p:nvPr/>
        </p:nvGrpSpPr>
        <p:grpSpPr>
          <a:xfrm>
            <a:off x="2960751" y="486441"/>
            <a:ext cx="6611620" cy="5816600"/>
            <a:chOff x="2960751" y="486441"/>
            <a:chExt cx="6611620" cy="5816600"/>
          </a:xfrm>
        </p:grpSpPr>
        <p:sp>
          <p:nvSpPr>
            <p:cNvPr id="239" name="object 239"/>
            <p:cNvSpPr/>
            <p:nvPr/>
          </p:nvSpPr>
          <p:spPr>
            <a:xfrm>
              <a:off x="8924544" y="6140196"/>
              <a:ext cx="448309" cy="59690"/>
            </a:xfrm>
            <a:custGeom>
              <a:avLst/>
              <a:gdLst/>
              <a:ahLst/>
              <a:cxnLst/>
              <a:rect l="l" t="t" r="r" b="b"/>
              <a:pathLst>
                <a:path w="448309" h="59689">
                  <a:moveTo>
                    <a:pt x="448055" y="59435"/>
                  </a:moveTo>
                  <a:lnTo>
                    <a:pt x="0" y="59435"/>
                  </a:lnTo>
                  <a:lnTo>
                    <a:pt x="0" y="0"/>
                  </a:lnTo>
                  <a:lnTo>
                    <a:pt x="448055" y="0"/>
                  </a:lnTo>
                  <a:lnTo>
                    <a:pt x="448055" y="59435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/>
            <p:cNvSpPr/>
            <p:nvPr/>
          </p:nvSpPr>
          <p:spPr>
            <a:xfrm>
              <a:off x="8924544" y="6140196"/>
              <a:ext cx="448309" cy="59690"/>
            </a:xfrm>
            <a:custGeom>
              <a:avLst/>
              <a:gdLst/>
              <a:ahLst/>
              <a:cxnLst/>
              <a:rect l="l" t="t" r="r" b="b"/>
              <a:pathLst>
                <a:path w="448309" h="59689">
                  <a:moveTo>
                    <a:pt x="0" y="0"/>
                  </a:moveTo>
                  <a:lnTo>
                    <a:pt x="448055" y="0"/>
                  </a:lnTo>
                  <a:lnTo>
                    <a:pt x="448055" y="59435"/>
                  </a:lnTo>
                  <a:lnTo>
                    <a:pt x="0" y="59435"/>
                  </a:lnTo>
                  <a:lnTo>
                    <a:pt x="0" y="0"/>
                  </a:lnTo>
                  <a:close/>
                </a:path>
              </a:pathLst>
            </a:custGeom>
            <a:ln w="4762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1" name="object 24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45051" y="754951"/>
              <a:ext cx="156305" cy="151828"/>
            </a:xfrm>
            <a:prstGeom prst="rect">
              <a:avLst/>
            </a:prstGeom>
          </p:spPr>
        </p:pic>
        <p:sp>
          <p:nvSpPr>
            <p:cNvPr id="242" name="object 242"/>
            <p:cNvSpPr/>
            <p:nvPr/>
          </p:nvSpPr>
          <p:spPr>
            <a:xfrm>
              <a:off x="3847433" y="904398"/>
              <a:ext cx="0" cy="923290"/>
            </a:xfrm>
            <a:custGeom>
              <a:avLst/>
              <a:gdLst/>
              <a:ahLst/>
              <a:cxnLst/>
              <a:rect l="l" t="t" r="r" b="b"/>
              <a:pathLst>
                <a:path h="923289">
                  <a:moveTo>
                    <a:pt x="0" y="0"/>
                  </a:moveTo>
                  <a:lnTo>
                    <a:pt x="0" y="923258"/>
                  </a:lnTo>
                </a:path>
              </a:pathLst>
            </a:custGeom>
            <a:ln w="4762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3" name="object 24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845051" y="1806606"/>
              <a:ext cx="72485" cy="74866"/>
            </a:xfrm>
            <a:prstGeom prst="rect">
              <a:avLst/>
            </a:prstGeom>
          </p:spPr>
        </p:pic>
        <p:pic>
          <p:nvPicPr>
            <p:cNvPr id="244" name="object 24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965703" y="959167"/>
              <a:ext cx="215550" cy="391953"/>
            </a:xfrm>
            <a:prstGeom prst="rect">
              <a:avLst/>
            </a:prstGeom>
          </p:spPr>
        </p:pic>
        <p:pic>
          <p:nvPicPr>
            <p:cNvPr id="245" name="object 24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711130" y="1312640"/>
              <a:ext cx="140874" cy="215265"/>
            </a:xfrm>
            <a:prstGeom prst="rect">
              <a:avLst/>
            </a:prstGeom>
          </p:spPr>
        </p:pic>
        <p:pic>
          <p:nvPicPr>
            <p:cNvPr id="246" name="object 24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831907" y="1489329"/>
              <a:ext cx="169449" cy="216884"/>
            </a:xfrm>
            <a:prstGeom prst="rect">
              <a:avLst/>
            </a:prstGeom>
          </p:spPr>
        </p:pic>
        <p:pic>
          <p:nvPicPr>
            <p:cNvPr id="247" name="object 24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739830" y="1842801"/>
              <a:ext cx="156210" cy="151923"/>
            </a:xfrm>
            <a:prstGeom prst="rect">
              <a:avLst/>
            </a:prstGeom>
          </p:spPr>
        </p:pic>
        <p:sp>
          <p:nvSpPr>
            <p:cNvPr id="248" name="object 248"/>
            <p:cNvSpPr/>
            <p:nvPr/>
          </p:nvSpPr>
          <p:spPr>
            <a:xfrm>
              <a:off x="4742211" y="1992344"/>
              <a:ext cx="0" cy="1276985"/>
            </a:xfrm>
            <a:custGeom>
              <a:avLst/>
              <a:gdLst/>
              <a:ahLst/>
              <a:cxnLst/>
              <a:rect l="l" t="t" r="r" b="b"/>
              <a:pathLst>
                <a:path h="1276985">
                  <a:moveTo>
                    <a:pt x="0" y="0"/>
                  </a:moveTo>
                  <a:lnTo>
                    <a:pt x="0" y="1276730"/>
                  </a:lnTo>
                </a:path>
              </a:pathLst>
            </a:custGeom>
            <a:ln w="4762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9" name="object 24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739830" y="3248310"/>
              <a:ext cx="72294" cy="74866"/>
            </a:xfrm>
            <a:prstGeom prst="rect">
              <a:avLst/>
            </a:prstGeom>
          </p:spPr>
        </p:pic>
        <p:pic>
          <p:nvPicPr>
            <p:cNvPr id="250" name="object 25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960399" y="2047017"/>
              <a:ext cx="90392" cy="215455"/>
            </a:xfrm>
            <a:prstGeom prst="rect">
              <a:avLst/>
            </a:prstGeom>
          </p:spPr>
        </p:pic>
        <p:pic>
          <p:nvPicPr>
            <p:cNvPr id="251" name="object 25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159091" y="2223801"/>
              <a:ext cx="140874" cy="215455"/>
            </a:xfrm>
            <a:prstGeom prst="rect">
              <a:avLst/>
            </a:prstGeom>
          </p:spPr>
        </p:pic>
        <p:pic>
          <p:nvPicPr>
            <p:cNvPr id="252" name="object 25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357782" y="2400490"/>
              <a:ext cx="140874" cy="215550"/>
            </a:xfrm>
            <a:prstGeom prst="rect">
              <a:avLst/>
            </a:prstGeom>
          </p:spPr>
        </p:pic>
        <p:sp>
          <p:nvSpPr>
            <p:cNvPr id="253" name="object 253"/>
            <p:cNvSpPr/>
            <p:nvPr/>
          </p:nvSpPr>
          <p:spPr>
            <a:xfrm>
              <a:off x="4682871" y="2579655"/>
              <a:ext cx="136525" cy="175895"/>
            </a:xfrm>
            <a:custGeom>
              <a:avLst/>
              <a:gdLst/>
              <a:ahLst/>
              <a:cxnLst/>
              <a:rect l="l" t="t" r="r" b="b"/>
              <a:pathLst>
                <a:path w="136525" h="175894">
                  <a:moveTo>
                    <a:pt x="68103" y="0"/>
                  </a:moveTo>
                  <a:lnTo>
                    <a:pt x="119729" y="0"/>
                  </a:lnTo>
                </a:path>
                <a:path w="136525" h="175894">
                  <a:moveTo>
                    <a:pt x="119729" y="0"/>
                  </a:moveTo>
                  <a:lnTo>
                    <a:pt x="130682" y="4381"/>
                  </a:lnTo>
                </a:path>
                <a:path w="136525" h="175894">
                  <a:moveTo>
                    <a:pt x="130682" y="4381"/>
                  </a:moveTo>
                  <a:lnTo>
                    <a:pt x="136207" y="16478"/>
                  </a:lnTo>
                </a:path>
                <a:path w="136525" h="175894">
                  <a:moveTo>
                    <a:pt x="136207" y="16478"/>
                  </a:moveTo>
                  <a:lnTo>
                    <a:pt x="136207" y="86677"/>
                  </a:lnTo>
                </a:path>
                <a:path w="136525" h="175894">
                  <a:moveTo>
                    <a:pt x="136207" y="86677"/>
                  </a:moveTo>
                  <a:lnTo>
                    <a:pt x="130682" y="97631"/>
                  </a:lnTo>
                </a:path>
                <a:path w="136525" h="175894">
                  <a:moveTo>
                    <a:pt x="130682" y="97631"/>
                  </a:moveTo>
                  <a:lnTo>
                    <a:pt x="119729" y="103155"/>
                  </a:lnTo>
                </a:path>
                <a:path w="136525" h="175894">
                  <a:moveTo>
                    <a:pt x="119729" y="103155"/>
                  </a:moveTo>
                  <a:lnTo>
                    <a:pt x="16478" y="103155"/>
                  </a:lnTo>
                </a:path>
                <a:path w="136525" h="175894">
                  <a:moveTo>
                    <a:pt x="16478" y="103155"/>
                  </a:moveTo>
                  <a:lnTo>
                    <a:pt x="4381" y="107537"/>
                  </a:lnTo>
                </a:path>
                <a:path w="136525" h="175894">
                  <a:moveTo>
                    <a:pt x="4381" y="107537"/>
                  </a:moveTo>
                  <a:lnTo>
                    <a:pt x="0" y="119634"/>
                  </a:lnTo>
                </a:path>
                <a:path w="136525" h="175894">
                  <a:moveTo>
                    <a:pt x="0" y="119634"/>
                  </a:moveTo>
                  <a:lnTo>
                    <a:pt x="0" y="159162"/>
                  </a:lnTo>
                </a:path>
                <a:path w="136525" h="175894">
                  <a:moveTo>
                    <a:pt x="0" y="159162"/>
                  </a:moveTo>
                  <a:lnTo>
                    <a:pt x="4381" y="170116"/>
                  </a:lnTo>
                </a:path>
                <a:path w="136525" h="175894">
                  <a:moveTo>
                    <a:pt x="4381" y="170116"/>
                  </a:moveTo>
                  <a:lnTo>
                    <a:pt x="16478" y="175641"/>
                  </a:lnTo>
                </a:path>
                <a:path w="136525" h="175894">
                  <a:moveTo>
                    <a:pt x="16478" y="175641"/>
                  </a:moveTo>
                  <a:lnTo>
                    <a:pt x="68103" y="175641"/>
                  </a:lnTo>
                </a:path>
              </a:pathLst>
            </a:custGeom>
            <a:ln w="4762">
              <a:solidFill>
                <a:srgbClr val="267CD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/>
            <p:cNvSpPr/>
            <p:nvPr/>
          </p:nvSpPr>
          <p:spPr>
            <a:xfrm>
              <a:off x="4715255" y="2720340"/>
              <a:ext cx="36830" cy="70485"/>
            </a:xfrm>
            <a:custGeom>
              <a:avLst/>
              <a:gdLst/>
              <a:ahLst/>
              <a:cxnLst/>
              <a:rect l="l" t="t" r="r" b="b"/>
              <a:pathLst>
                <a:path w="36829" h="70485">
                  <a:moveTo>
                    <a:pt x="0" y="70103"/>
                  </a:moveTo>
                  <a:lnTo>
                    <a:pt x="0" y="0"/>
                  </a:lnTo>
                  <a:lnTo>
                    <a:pt x="36575" y="35051"/>
                  </a:lnTo>
                  <a:lnTo>
                    <a:pt x="0" y="70103"/>
                  </a:lnTo>
                  <a:close/>
                </a:path>
              </a:pathLst>
            </a:custGeom>
            <a:solidFill>
              <a:srgbClr val="267C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/>
            <p:cNvSpPr/>
            <p:nvPr/>
          </p:nvSpPr>
          <p:spPr>
            <a:xfrm>
              <a:off x="4715255" y="2720340"/>
              <a:ext cx="36830" cy="70485"/>
            </a:xfrm>
            <a:custGeom>
              <a:avLst/>
              <a:gdLst/>
              <a:ahLst/>
              <a:cxnLst/>
              <a:rect l="l" t="t" r="r" b="b"/>
              <a:pathLst>
                <a:path w="36829" h="70485">
                  <a:moveTo>
                    <a:pt x="36575" y="35051"/>
                  </a:moveTo>
                  <a:lnTo>
                    <a:pt x="0" y="70103"/>
                  </a:lnTo>
                  <a:lnTo>
                    <a:pt x="0" y="0"/>
                  </a:lnTo>
                  <a:lnTo>
                    <a:pt x="36575" y="35051"/>
                  </a:lnTo>
                  <a:close/>
                </a:path>
              </a:pathLst>
            </a:custGeom>
            <a:ln w="4762">
              <a:solidFill>
                <a:srgbClr val="267CD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/>
            <p:cNvSpPr/>
            <p:nvPr/>
          </p:nvSpPr>
          <p:spPr>
            <a:xfrm>
              <a:off x="4732305" y="2756344"/>
              <a:ext cx="136525" cy="175895"/>
            </a:xfrm>
            <a:custGeom>
              <a:avLst/>
              <a:gdLst/>
              <a:ahLst/>
              <a:cxnLst/>
              <a:rect l="l" t="t" r="r" b="b"/>
              <a:pathLst>
                <a:path w="136525" h="175894">
                  <a:moveTo>
                    <a:pt x="68103" y="0"/>
                  </a:moveTo>
                  <a:lnTo>
                    <a:pt x="119634" y="0"/>
                  </a:lnTo>
                </a:path>
                <a:path w="136525" h="175894">
                  <a:moveTo>
                    <a:pt x="119634" y="0"/>
                  </a:moveTo>
                  <a:lnTo>
                    <a:pt x="130683" y="4381"/>
                  </a:lnTo>
                </a:path>
                <a:path w="136525" h="175894">
                  <a:moveTo>
                    <a:pt x="130683" y="4381"/>
                  </a:moveTo>
                  <a:lnTo>
                    <a:pt x="136112" y="16478"/>
                  </a:lnTo>
                </a:path>
                <a:path w="136525" h="175894">
                  <a:moveTo>
                    <a:pt x="136112" y="16478"/>
                  </a:moveTo>
                  <a:lnTo>
                    <a:pt x="136112" y="86772"/>
                  </a:lnTo>
                </a:path>
                <a:path w="136525" h="175894">
                  <a:moveTo>
                    <a:pt x="136112" y="86772"/>
                  </a:moveTo>
                  <a:lnTo>
                    <a:pt x="130683" y="97726"/>
                  </a:lnTo>
                </a:path>
                <a:path w="136525" h="175894">
                  <a:moveTo>
                    <a:pt x="130683" y="97726"/>
                  </a:moveTo>
                  <a:lnTo>
                    <a:pt x="119634" y="103250"/>
                  </a:lnTo>
                </a:path>
                <a:path w="136525" h="175894">
                  <a:moveTo>
                    <a:pt x="119634" y="103250"/>
                  </a:moveTo>
                  <a:lnTo>
                    <a:pt x="16478" y="103250"/>
                  </a:lnTo>
                </a:path>
                <a:path w="136525" h="175894">
                  <a:moveTo>
                    <a:pt x="16478" y="103250"/>
                  </a:moveTo>
                  <a:lnTo>
                    <a:pt x="4381" y="107632"/>
                  </a:lnTo>
                </a:path>
                <a:path w="136525" h="175894">
                  <a:moveTo>
                    <a:pt x="4381" y="107632"/>
                  </a:moveTo>
                  <a:lnTo>
                    <a:pt x="0" y="119633"/>
                  </a:lnTo>
                </a:path>
                <a:path w="136525" h="175894">
                  <a:moveTo>
                    <a:pt x="0" y="119633"/>
                  </a:moveTo>
                  <a:lnTo>
                    <a:pt x="0" y="159162"/>
                  </a:lnTo>
                </a:path>
                <a:path w="136525" h="175894">
                  <a:moveTo>
                    <a:pt x="0" y="159162"/>
                  </a:moveTo>
                  <a:lnTo>
                    <a:pt x="4381" y="170211"/>
                  </a:lnTo>
                </a:path>
                <a:path w="136525" h="175894">
                  <a:moveTo>
                    <a:pt x="4381" y="170211"/>
                  </a:moveTo>
                  <a:lnTo>
                    <a:pt x="16478" y="175641"/>
                  </a:lnTo>
                </a:path>
                <a:path w="136525" h="175894">
                  <a:moveTo>
                    <a:pt x="16478" y="175641"/>
                  </a:moveTo>
                  <a:lnTo>
                    <a:pt x="68103" y="175641"/>
                  </a:lnTo>
                </a:path>
              </a:pathLst>
            </a:custGeom>
            <a:ln w="4762">
              <a:solidFill>
                <a:srgbClr val="267CD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/>
            <p:cNvSpPr/>
            <p:nvPr/>
          </p:nvSpPr>
          <p:spPr>
            <a:xfrm>
              <a:off x="4765548" y="2897124"/>
              <a:ext cx="35560" cy="70485"/>
            </a:xfrm>
            <a:custGeom>
              <a:avLst/>
              <a:gdLst/>
              <a:ahLst/>
              <a:cxnLst/>
              <a:rect l="l" t="t" r="r" b="b"/>
              <a:pathLst>
                <a:path w="35560" h="70485">
                  <a:moveTo>
                    <a:pt x="0" y="70103"/>
                  </a:moveTo>
                  <a:lnTo>
                    <a:pt x="0" y="0"/>
                  </a:lnTo>
                  <a:lnTo>
                    <a:pt x="35051" y="35051"/>
                  </a:lnTo>
                  <a:lnTo>
                    <a:pt x="0" y="70103"/>
                  </a:lnTo>
                  <a:close/>
                </a:path>
              </a:pathLst>
            </a:custGeom>
            <a:solidFill>
              <a:srgbClr val="267C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/>
            <p:cNvSpPr/>
            <p:nvPr/>
          </p:nvSpPr>
          <p:spPr>
            <a:xfrm>
              <a:off x="4765548" y="2897124"/>
              <a:ext cx="35560" cy="70485"/>
            </a:xfrm>
            <a:custGeom>
              <a:avLst/>
              <a:gdLst/>
              <a:ahLst/>
              <a:cxnLst/>
              <a:rect l="l" t="t" r="r" b="b"/>
              <a:pathLst>
                <a:path w="35560" h="70485">
                  <a:moveTo>
                    <a:pt x="35051" y="35051"/>
                  </a:moveTo>
                  <a:lnTo>
                    <a:pt x="0" y="70103"/>
                  </a:lnTo>
                  <a:lnTo>
                    <a:pt x="0" y="0"/>
                  </a:lnTo>
                  <a:lnTo>
                    <a:pt x="35051" y="35051"/>
                  </a:lnTo>
                  <a:close/>
                </a:path>
              </a:pathLst>
            </a:custGeom>
            <a:ln w="4762">
              <a:solidFill>
                <a:srgbClr val="267CD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9" name="object 259"/>
            <p:cNvSpPr/>
            <p:nvPr/>
          </p:nvSpPr>
          <p:spPr>
            <a:xfrm>
              <a:off x="4728972" y="2933128"/>
              <a:ext cx="165100" cy="177165"/>
            </a:xfrm>
            <a:custGeom>
              <a:avLst/>
              <a:gdLst/>
              <a:ahLst/>
              <a:cxnLst/>
              <a:rect l="l" t="t" r="r" b="b"/>
              <a:pathLst>
                <a:path w="165100" h="177164">
                  <a:moveTo>
                    <a:pt x="96678" y="0"/>
                  </a:moveTo>
                  <a:lnTo>
                    <a:pt x="148208" y="0"/>
                  </a:lnTo>
                </a:path>
                <a:path w="165100" h="177164">
                  <a:moveTo>
                    <a:pt x="148208" y="0"/>
                  </a:moveTo>
                  <a:lnTo>
                    <a:pt x="159258" y="4381"/>
                  </a:lnTo>
                </a:path>
                <a:path w="165100" h="177164">
                  <a:moveTo>
                    <a:pt x="159258" y="4381"/>
                  </a:moveTo>
                  <a:lnTo>
                    <a:pt x="164687" y="16478"/>
                  </a:lnTo>
                </a:path>
                <a:path w="165100" h="177164">
                  <a:moveTo>
                    <a:pt x="164687" y="16478"/>
                  </a:moveTo>
                  <a:lnTo>
                    <a:pt x="164687" y="86677"/>
                  </a:lnTo>
                </a:path>
                <a:path w="165100" h="177164">
                  <a:moveTo>
                    <a:pt x="164687" y="86677"/>
                  </a:moveTo>
                  <a:lnTo>
                    <a:pt x="159258" y="97726"/>
                  </a:lnTo>
                </a:path>
                <a:path w="165100" h="177164">
                  <a:moveTo>
                    <a:pt x="159258" y="97726"/>
                  </a:moveTo>
                  <a:lnTo>
                    <a:pt x="148208" y="103155"/>
                  </a:lnTo>
                </a:path>
                <a:path w="165100" h="177164">
                  <a:moveTo>
                    <a:pt x="148208" y="103155"/>
                  </a:moveTo>
                  <a:lnTo>
                    <a:pt x="16478" y="103155"/>
                  </a:lnTo>
                </a:path>
                <a:path w="165100" h="177164">
                  <a:moveTo>
                    <a:pt x="16478" y="103155"/>
                  </a:moveTo>
                  <a:lnTo>
                    <a:pt x="4476" y="107537"/>
                  </a:lnTo>
                </a:path>
                <a:path w="165100" h="177164">
                  <a:moveTo>
                    <a:pt x="4476" y="107537"/>
                  </a:moveTo>
                  <a:lnTo>
                    <a:pt x="0" y="119633"/>
                  </a:lnTo>
                </a:path>
                <a:path w="165100" h="177164">
                  <a:moveTo>
                    <a:pt x="0" y="119633"/>
                  </a:moveTo>
                  <a:lnTo>
                    <a:pt x="0" y="160210"/>
                  </a:lnTo>
                </a:path>
                <a:path w="165100" h="177164">
                  <a:moveTo>
                    <a:pt x="0" y="160210"/>
                  </a:moveTo>
                  <a:lnTo>
                    <a:pt x="4476" y="171259"/>
                  </a:lnTo>
                </a:path>
                <a:path w="165100" h="177164">
                  <a:moveTo>
                    <a:pt x="4476" y="171259"/>
                  </a:moveTo>
                  <a:lnTo>
                    <a:pt x="16478" y="176688"/>
                  </a:lnTo>
                </a:path>
                <a:path w="165100" h="177164">
                  <a:moveTo>
                    <a:pt x="16478" y="176688"/>
                  </a:moveTo>
                  <a:lnTo>
                    <a:pt x="68103" y="176688"/>
                  </a:lnTo>
                </a:path>
              </a:pathLst>
            </a:custGeom>
            <a:ln w="4762">
              <a:solidFill>
                <a:srgbClr val="267CD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0" name="object 260"/>
            <p:cNvSpPr/>
            <p:nvPr/>
          </p:nvSpPr>
          <p:spPr>
            <a:xfrm>
              <a:off x="4762500" y="3075431"/>
              <a:ext cx="35560" cy="70485"/>
            </a:xfrm>
            <a:custGeom>
              <a:avLst/>
              <a:gdLst/>
              <a:ahLst/>
              <a:cxnLst/>
              <a:rect l="l" t="t" r="r" b="b"/>
              <a:pathLst>
                <a:path w="35560" h="70485">
                  <a:moveTo>
                    <a:pt x="0" y="70103"/>
                  </a:moveTo>
                  <a:lnTo>
                    <a:pt x="0" y="0"/>
                  </a:lnTo>
                  <a:lnTo>
                    <a:pt x="35051" y="35051"/>
                  </a:lnTo>
                  <a:lnTo>
                    <a:pt x="0" y="70103"/>
                  </a:lnTo>
                  <a:close/>
                </a:path>
              </a:pathLst>
            </a:custGeom>
            <a:solidFill>
              <a:srgbClr val="267C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1" name="object 261"/>
            <p:cNvSpPr/>
            <p:nvPr/>
          </p:nvSpPr>
          <p:spPr>
            <a:xfrm>
              <a:off x="4762500" y="3075431"/>
              <a:ext cx="35560" cy="70485"/>
            </a:xfrm>
            <a:custGeom>
              <a:avLst/>
              <a:gdLst/>
              <a:ahLst/>
              <a:cxnLst/>
              <a:rect l="l" t="t" r="r" b="b"/>
              <a:pathLst>
                <a:path w="35560" h="70485">
                  <a:moveTo>
                    <a:pt x="35051" y="35051"/>
                  </a:moveTo>
                  <a:lnTo>
                    <a:pt x="0" y="70103"/>
                  </a:lnTo>
                  <a:lnTo>
                    <a:pt x="0" y="0"/>
                  </a:lnTo>
                  <a:lnTo>
                    <a:pt x="35051" y="35051"/>
                  </a:lnTo>
                  <a:close/>
                </a:path>
              </a:pathLst>
            </a:custGeom>
            <a:ln w="4762">
              <a:solidFill>
                <a:srgbClr val="267CD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2" name="object 26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733287" y="3284219"/>
              <a:ext cx="156305" cy="151828"/>
            </a:xfrm>
            <a:prstGeom prst="rect">
              <a:avLst/>
            </a:prstGeom>
          </p:spPr>
        </p:pic>
        <p:sp>
          <p:nvSpPr>
            <p:cNvPr id="263" name="object 263"/>
            <p:cNvSpPr/>
            <p:nvPr/>
          </p:nvSpPr>
          <p:spPr>
            <a:xfrm>
              <a:off x="5735669" y="3433667"/>
              <a:ext cx="0" cy="1807210"/>
            </a:xfrm>
            <a:custGeom>
              <a:avLst/>
              <a:gdLst/>
              <a:ahLst/>
              <a:cxnLst/>
              <a:rect l="l" t="t" r="r" b="b"/>
              <a:pathLst>
                <a:path h="1807210">
                  <a:moveTo>
                    <a:pt x="0" y="0"/>
                  </a:moveTo>
                  <a:lnTo>
                    <a:pt x="0" y="1806987"/>
                  </a:lnTo>
                </a:path>
              </a:pathLst>
            </a:custGeom>
            <a:ln w="4762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4" name="object 26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733287" y="5220366"/>
              <a:ext cx="72485" cy="74866"/>
            </a:xfrm>
            <a:prstGeom prst="rect">
              <a:avLst/>
            </a:prstGeom>
          </p:spPr>
        </p:pic>
        <p:pic>
          <p:nvPicPr>
            <p:cNvPr id="265" name="object 26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814411" y="3488435"/>
              <a:ext cx="105822" cy="215741"/>
            </a:xfrm>
            <a:prstGeom prst="rect">
              <a:avLst/>
            </a:prstGeom>
          </p:spPr>
        </p:pic>
        <p:pic>
          <p:nvPicPr>
            <p:cNvPr id="266" name="object 26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599366" y="3665124"/>
              <a:ext cx="140875" cy="124396"/>
            </a:xfrm>
            <a:prstGeom prst="rect">
              <a:avLst/>
            </a:prstGeom>
          </p:spPr>
        </p:pic>
        <p:sp>
          <p:nvSpPr>
            <p:cNvPr id="267" name="object 267"/>
            <p:cNvSpPr/>
            <p:nvPr/>
          </p:nvSpPr>
          <p:spPr>
            <a:xfrm>
              <a:off x="5601747" y="3787139"/>
              <a:ext cx="0" cy="1100455"/>
            </a:xfrm>
            <a:custGeom>
              <a:avLst/>
              <a:gdLst/>
              <a:ahLst/>
              <a:cxnLst/>
              <a:rect l="l" t="t" r="r" b="b"/>
              <a:pathLst>
                <a:path h="1100454">
                  <a:moveTo>
                    <a:pt x="0" y="0"/>
                  </a:moveTo>
                  <a:lnTo>
                    <a:pt x="0" y="1100042"/>
                  </a:lnTo>
                </a:path>
              </a:pathLst>
            </a:custGeom>
            <a:ln w="4762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8" name="object 268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599366" y="4866798"/>
              <a:ext cx="73818" cy="74866"/>
            </a:xfrm>
            <a:prstGeom prst="rect">
              <a:avLst/>
            </a:prstGeom>
          </p:spPr>
        </p:pic>
        <p:pic>
          <p:nvPicPr>
            <p:cNvPr id="269" name="object 269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003292" y="3841908"/>
              <a:ext cx="91439" cy="215836"/>
            </a:xfrm>
            <a:prstGeom prst="rect">
              <a:avLst/>
            </a:prstGeom>
          </p:spPr>
        </p:pic>
        <p:pic>
          <p:nvPicPr>
            <p:cNvPr id="270" name="object 270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276659" y="4018597"/>
              <a:ext cx="140875" cy="215931"/>
            </a:xfrm>
            <a:prstGeom prst="rect">
              <a:avLst/>
            </a:prstGeom>
          </p:spPr>
        </p:pic>
        <p:pic>
          <p:nvPicPr>
            <p:cNvPr id="271" name="object 271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102066" y="4372070"/>
              <a:ext cx="140874" cy="216026"/>
            </a:xfrm>
            <a:prstGeom prst="rect">
              <a:avLst/>
            </a:prstGeom>
          </p:spPr>
        </p:pic>
        <p:pic>
          <p:nvPicPr>
            <p:cNvPr id="272" name="object 272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425916" y="4548854"/>
              <a:ext cx="140874" cy="216026"/>
            </a:xfrm>
            <a:prstGeom prst="rect">
              <a:avLst/>
            </a:prstGeom>
          </p:spPr>
        </p:pic>
        <p:pic>
          <p:nvPicPr>
            <p:cNvPr id="273" name="object 27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720143" y="4902326"/>
              <a:ext cx="169450" cy="216122"/>
            </a:xfrm>
            <a:prstGeom prst="rect">
              <a:avLst/>
            </a:prstGeom>
          </p:spPr>
        </p:pic>
        <p:pic>
          <p:nvPicPr>
            <p:cNvPr id="274" name="object 274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8853296" y="5255799"/>
              <a:ext cx="140875" cy="151923"/>
            </a:xfrm>
            <a:prstGeom prst="rect">
              <a:avLst/>
            </a:prstGeom>
          </p:spPr>
        </p:pic>
        <p:sp>
          <p:nvSpPr>
            <p:cNvPr id="275" name="object 275"/>
            <p:cNvSpPr/>
            <p:nvPr/>
          </p:nvSpPr>
          <p:spPr>
            <a:xfrm>
              <a:off x="8855678" y="5405342"/>
              <a:ext cx="0" cy="746760"/>
            </a:xfrm>
            <a:custGeom>
              <a:avLst/>
              <a:gdLst/>
              <a:ahLst/>
              <a:cxnLst/>
              <a:rect l="l" t="t" r="r" b="b"/>
              <a:pathLst>
                <a:path h="746760">
                  <a:moveTo>
                    <a:pt x="0" y="0"/>
                  </a:moveTo>
                  <a:lnTo>
                    <a:pt x="0" y="746474"/>
                  </a:lnTo>
                </a:path>
              </a:pathLst>
            </a:custGeom>
            <a:ln w="4762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6" name="object 276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8853296" y="6130194"/>
              <a:ext cx="73628" cy="76390"/>
            </a:xfrm>
            <a:prstGeom prst="rect">
              <a:avLst/>
            </a:prstGeom>
          </p:spPr>
        </p:pic>
        <p:pic>
          <p:nvPicPr>
            <p:cNvPr id="277" name="object 277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5922168" y="5460015"/>
              <a:ext cx="140874" cy="216217"/>
            </a:xfrm>
            <a:prstGeom prst="rect">
              <a:avLst/>
            </a:prstGeom>
          </p:spPr>
        </p:pic>
        <p:pic>
          <p:nvPicPr>
            <p:cNvPr id="278" name="object 278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7313104" y="5636704"/>
              <a:ext cx="140874" cy="216312"/>
            </a:xfrm>
            <a:prstGeom prst="rect">
              <a:avLst/>
            </a:prstGeom>
          </p:spPr>
        </p:pic>
        <p:pic>
          <p:nvPicPr>
            <p:cNvPr id="279" name="object 279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8824721" y="5813488"/>
              <a:ext cx="169450" cy="216312"/>
            </a:xfrm>
            <a:prstGeom prst="rect">
              <a:avLst/>
            </a:prstGeom>
          </p:spPr>
        </p:pic>
        <p:sp>
          <p:nvSpPr>
            <p:cNvPr id="280" name="object 280"/>
            <p:cNvSpPr/>
            <p:nvPr/>
          </p:nvSpPr>
          <p:spPr>
            <a:xfrm>
              <a:off x="9371647" y="683799"/>
              <a:ext cx="0" cy="5616575"/>
            </a:xfrm>
            <a:custGeom>
              <a:avLst/>
              <a:gdLst/>
              <a:ahLst/>
              <a:cxnLst/>
              <a:rect l="l" t="t" r="r" b="b"/>
              <a:pathLst>
                <a:path h="5616575">
                  <a:moveTo>
                    <a:pt x="0" y="0"/>
                  </a:moveTo>
                  <a:lnTo>
                    <a:pt x="0" y="5616225"/>
                  </a:lnTo>
                </a:path>
              </a:pathLst>
            </a:custGeom>
            <a:ln w="476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/>
            <p:cNvSpPr/>
            <p:nvPr/>
          </p:nvSpPr>
          <p:spPr>
            <a:xfrm>
              <a:off x="9371647" y="683799"/>
              <a:ext cx="0" cy="5616575"/>
            </a:xfrm>
            <a:custGeom>
              <a:avLst/>
              <a:gdLst/>
              <a:ahLst/>
              <a:cxnLst/>
              <a:rect l="l" t="t" r="r" b="b"/>
              <a:pathLst>
                <a:path h="5616575">
                  <a:moveTo>
                    <a:pt x="0" y="0"/>
                  </a:moveTo>
                  <a:lnTo>
                    <a:pt x="0" y="5616225"/>
                  </a:lnTo>
                </a:path>
              </a:pathLst>
            </a:custGeom>
            <a:ln w="4762">
              <a:solidFill>
                <a:srgbClr val="E6E6E6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/>
            <p:cNvSpPr/>
            <p:nvPr/>
          </p:nvSpPr>
          <p:spPr>
            <a:xfrm>
              <a:off x="2962656" y="488346"/>
              <a:ext cx="6607809" cy="195580"/>
            </a:xfrm>
            <a:custGeom>
              <a:avLst/>
              <a:gdLst/>
              <a:ahLst/>
              <a:cxnLst/>
              <a:rect l="l" t="t" r="r" b="b"/>
              <a:pathLst>
                <a:path w="6607809" h="195579">
                  <a:moveTo>
                    <a:pt x="0" y="97726"/>
                  </a:moveTo>
                  <a:lnTo>
                    <a:pt x="0" y="195453"/>
                  </a:lnTo>
                </a:path>
                <a:path w="6607809" h="195579">
                  <a:moveTo>
                    <a:pt x="173450" y="97726"/>
                  </a:moveTo>
                  <a:lnTo>
                    <a:pt x="173450" y="195453"/>
                  </a:lnTo>
                </a:path>
                <a:path w="6607809" h="195579">
                  <a:moveTo>
                    <a:pt x="346900" y="97726"/>
                  </a:moveTo>
                  <a:lnTo>
                    <a:pt x="346900" y="195453"/>
                  </a:lnTo>
                </a:path>
                <a:path w="6607809" h="195579">
                  <a:moveTo>
                    <a:pt x="521398" y="97726"/>
                  </a:moveTo>
                  <a:lnTo>
                    <a:pt x="521398" y="195453"/>
                  </a:lnTo>
                </a:path>
                <a:path w="6607809" h="195579">
                  <a:moveTo>
                    <a:pt x="694848" y="97726"/>
                  </a:moveTo>
                  <a:lnTo>
                    <a:pt x="694848" y="195453"/>
                  </a:lnTo>
                </a:path>
                <a:path w="6607809" h="195579">
                  <a:moveTo>
                    <a:pt x="869441" y="97726"/>
                  </a:moveTo>
                  <a:lnTo>
                    <a:pt x="869441" y="195453"/>
                  </a:lnTo>
                </a:path>
                <a:path w="6607809" h="195579">
                  <a:moveTo>
                    <a:pt x="1042892" y="97726"/>
                  </a:moveTo>
                  <a:lnTo>
                    <a:pt x="1042892" y="195453"/>
                  </a:lnTo>
                </a:path>
                <a:path w="6607809" h="195579">
                  <a:moveTo>
                    <a:pt x="1216342" y="97726"/>
                  </a:moveTo>
                  <a:lnTo>
                    <a:pt x="1216342" y="195453"/>
                  </a:lnTo>
                </a:path>
                <a:path w="6607809" h="195579">
                  <a:moveTo>
                    <a:pt x="1390935" y="97726"/>
                  </a:moveTo>
                  <a:lnTo>
                    <a:pt x="1390935" y="195453"/>
                  </a:lnTo>
                </a:path>
                <a:path w="6607809" h="195579">
                  <a:moveTo>
                    <a:pt x="1564385" y="97726"/>
                  </a:moveTo>
                  <a:lnTo>
                    <a:pt x="1564385" y="195453"/>
                  </a:lnTo>
                </a:path>
                <a:path w="6607809" h="195579">
                  <a:moveTo>
                    <a:pt x="1738883" y="97726"/>
                  </a:moveTo>
                  <a:lnTo>
                    <a:pt x="1738883" y="195453"/>
                  </a:lnTo>
                </a:path>
                <a:path w="6607809" h="195579">
                  <a:moveTo>
                    <a:pt x="1912334" y="97726"/>
                  </a:moveTo>
                  <a:lnTo>
                    <a:pt x="1912334" y="195453"/>
                  </a:lnTo>
                </a:path>
                <a:path w="6607809" h="195579">
                  <a:moveTo>
                    <a:pt x="2085784" y="97726"/>
                  </a:moveTo>
                  <a:lnTo>
                    <a:pt x="2085784" y="195453"/>
                  </a:lnTo>
                </a:path>
                <a:path w="6607809" h="195579">
                  <a:moveTo>
                    <a:pt x="2260377" y="97726"/>
                  </a:moveTo>
                  <a:lnTo>
                    <a:pt x="2260377" y="195453"/>
                  </a:lnTo>
                </a:path>
                <a:path w="6607809" h="195579">
                  <a:moveTo>
                    <a:pt x="2433827" y="97726"/>
                  </a:moveTo>
                  <a:lnTo>
                    <a:pt x="2433827" y="195453"/>
                  </a:lnTo>
                </a:path>
                <a:path w="6607809" h="195579">
                  <a:moveTo>
                    <a:pt x="2608421" y="97726"/>
                  </a:moveTo>
                  <a:lnTo>
                    <a:pt x="2608421" y="195453"/>
                  </a:lnTo>
                </a:path>
                <a:path w="6607809" h="195579">
                  <a:moveTo>
                    <a:pt x="2781871" y="97726"/>
                  </a:moveTo>
                  <a:lnTo>
                    <a:pt x="2781871" y="195453"/>
                  </a:lnTo>
                </a:path>
                <a:path w="6607809" h="195579">
                  <a:moveTo>
                    <a:pt x="2955321" y="97726"/>
                  </a:moveTo>
                  <a:lnTo>
                    <a:pt x="2955321" y="195453"/>
                  </a:lnTo>
                </a:path>
                <a:path w="6607809" h="195579">
                  <a:moveTo>
                    <a:pt x="3129819" y="97726"/>
                  </a:moveTo>
                  <a:lnTo>
                    <a:pt x="3129819" y="195453"/>
                  </a:lnTo>
                </a:path>
                <a:path w="6607809" h="195579">
                  <a:moveTo>
                    <a:pt x="3303270" y="97726"/>
                  </a:moveTo>
                  <a:lnTo>
                    <a:pt x="3303270" y="195453"/>
                  </a:lnTo>
                </a:path>
                <a:path w="6607809" h="195579">
                  <a:moveTo>
                    <a:pt x="3477863" y="97726"/>
                  </a:moveTo>
                  <a:lnTo>
                    <a:pt x="3477863" y="195453"/>
                  </a:lnTo>
                </a:path>
                <a:path w="6607809" h="195579">
                  <a:moveTo>
                    <a:pt x="3651313" y="97726"/>
                  </a:moveTo>
                  <a:lnTo>
                    <a:pt x="3651313" y="195453"/>
                  </a:lnTo>
                </a:path>
                <a:path w="6607809" h="195579">
                  <a:moveTo>
                    <a:pt x="3824763" y="97726"/>
                  </a:moveTo>
                  <a:lnTo>
                    <a:pt x="3824763" y="195453"/>
                  </a:lnTo>
                </a:path>
                <a:path w="6607809" h="195579">
                  <a:moveTo>
                    <a:pt x="3999261" y="97726"/>
                  </a:moveTo>
                  <a:lnTo>
                    <a:pt x="3999261" y="195453"/>
                  </a:lnTo>
                </a:path>
                <a:path w="6607809" h="195579">
                  <a:moveTo>
                    <a:pt x="4172711" y="97726"/>
                  </a:moveTo>
                  <a:lnTo>
                    <a:pt x="4172711" y="195453"/>
                  </a:lnTo>
                </a:path>
                <a:path w="6607809" h="195579">
                  <a:moveTo>
                    <a:pt x="4347305" y="97726"/>
                  </a:moveTo>
                  <a:lnTo>
                    <a:pt x="4347305" y="195453"/>
                  </a:lnTo>
                </a:path>
                <a:path w="6607809" h="195579">
                  <a:moveTo>
                    <a:pt x="4520755" y="97726"/>
                  </a:moveTo>
                  <a:lnTo>
                    <a:pt x="4520755" y="195453"/>
                  </a:lnTo>
                </a:path>
                <a:path w="6607809" h="195579">
                  <a:moveTo>
                    <a:pt x="4694205" y="97726"/>
                  </a:moveTo>
                  <a:lnTo>
                    <a:pt x="4694205" y="195453"/>
                  </a:lnTo>
                </a:path>
                <a:path w="6607809" h="195579">
                  <a:moveTo>
                    <a:pt x="4868799" y="97726"/>
                  </a:moveTo>
                  <a:lnTo>
                    <a:pt x="4868799" y="195453"/>
                  </a:lnTo>
                </a:path>
                <a:path w="6607809" h="195579">
                  <a:moveTo>
                    <a:pt x="5042248" y="97726"/>
                  </a:moveTo>
                  <a:lnTo>
                    <a:pt x="5042248" y="195453"/>
                  </a:lnTo>
                </a:path>
                <a:path w="6607809" h="195579">
                  <a:moveTo>
                    <a:pt x="5216746" y="97726"/>
                  </a:moveTo>
                  <a:lnTo>
                    <a:pt x="5216746" y="195453"/>
                  </a:lnTo>
                </a:path>
                <a:path w="6607809" h="195579">
                  <a:moveTo>
                    <a:pt x="5390197" y="97726"/>
                  </a:moveTo>
                  <a:lnTo>
                    <a:pt x="5390197" y="195453"/>
                  </a:lnTo>
                </a:path>
                <a:path w="6607809" h="195579">
                  <a:moveTo>
                    <a:pt x="5563647" y="97726"/>
                  </a:moveTo>
                  <a:lnTo>
                    <a:pt x="5563647" y="195453"/>
                  </a:lnTo>
                </a:path>
                <a:path w="6607809" h="195579">
                  <a:moveTo>
                    <a:pt x="5738240" y="97726"/>
                  </a:moveTo>
                  <a:lnTo>
                    <a:pt x="5738240" y="195453"/>
                  </a:lnTo>
                </a:path>
                <a:path w="6607809" h="195579">
                  <a:moveTo>
                    <a:pt x="5911691" y="97726"/>
                  </a:moveTo>
                  <a:lnTo>
                    <a:pt x="5911691" y="195453"/>
                  </a:lnTo>
                </a:path>
                <a:path w="6607809" h="195579">
                  <a:moveTo>
                    <a:pt x="6086284" y="97726"/>
                  </a:moveTo>
                  <a:lnTo>
                    <a:pt x="6086284" y="195453"/>
                  </a:lnTo>
                </a:path>
                <a:path w="6607809" h="195579">
                  <a:moveTo>
                    <a:pt x="6259734" y="97726"/>
                  </a:moveTo>
                  <a:lnTo>
                    <a:pt x="6259734" y="195453"/>
                  </a:lnTo>
                </a:path>
                <a:path w="6607809" h="195579">
                  <a:moveTo>
                    <a:pt x="6433184" y="97726"/>
                  </a:moveTo>
                  <a:lnTo>
                    <a:pt x="6433184" y="195453"/>
                  </a:lnTo>
                </a:path>
                <a:path w="6607809" h="195579">
                  <a:moveTo>
                    <a:pt x="6607683" y="97726"/>
                  </a:moveTo>
                  <a:lnTo>
                    <a:pt x="6607683" y="195453"/>
                  </a:lnTo>
                </a:path>
                <a:path w="6607809" h="195579">
                  <a:moveTo>
                    <a:pt x="49339" y="0"/>
                  </a:moveTo>
                  <a:lnTo>
                    <a:pt x="49339" y="97726"/>
                  </a:lnTo>
                </a:path>
                <a:path w="6607809" h="195579">
                  <a:moveTo>
                    <a:pt x="818959" y="0"/>
                  </a:moveTo>
                  <a:lnTo>
                    <a:pt x="818959" y="97726"/>
                  </a:lnTo>
                </a:path>
              </a:pathLst>
            </a:custGeom>
            <a:ln w="329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3" name="object 283"/>
          <p:cNvSpPr txBox="1"/>
          <p:nvPr/>
        </p:nvSpPr>
        <p:spPr>
          <a:xfrm>
            <a:off x="3795776" y="489678"/>
            <a:ext cx="274955" cy="1143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50" dirty="0">
                <a:latin typeface="Gadugi" panose="020B0502040204020203"/>
                <a:cs typeface="Gadugi" panose="020B0502040204020203"/>
              </a:rPr>
              <a:t>Nov</a:t>
            </a:r>
            <a:r>
              <a:rPr sz="550" spc="40" dirty="0">
                <a:latin typeface="Gadugi" panose="020B0502040204020203"/>
                <a:cs typeface="Gadugi" panose="020B0502040204020203"/>
              </a:rPr>
              <a:t> </a:t>
            </a:r>
            <a:r>
              <a:rPr sz="550" spc="-25" dirty="0">
                <a:latin typeface="Gadugi" panose="020B0502040204020203"/>
                <a:cs typeface="Gadugi" panose="020B0502040204020203"/>
              </a:rPr>
              <a:t>'24</a:t>
            </a:r>
            <a:endParaRPr sz="55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284" name="object 284"/>
          <p:cNvSpPr/>
          <p:nvPr/>
        </p:nvSpPr>
        <p:spPr>
          <a:xfrm>
            <a:off x="4527041" y="488346"/>
            <a:ext cx="770890" cy="97790"/>
          </a:xfrm>
          <a:custGeom>
            <a:avLst/>
            <a:gdLst/>
            <a:ahLst/>
            <a:cxnLst/>
            <a:rect l="l" t="t" r="r" b="b"/>
            <a:pathLst>
              <a:path w="770889" h="97790">
                <a:moveTo>
                  <a:pt x="0" y="0"/>
                </a:moveTo>
                <a:lnTo>
                  <a:pt x="0" y="97726"/>
                </a:lnTo>
              </a:path>
              <a:path w="770889" h="97790">
                <a:moveTo>
                  <a:pt x="770667" y="0"/>
                </a:moveTo>
                <a:lnTo>
                  <a:pt x="770667" y="97726"/>
                </a:lnTo>
              </a:path>
            </a:pathLst>
          </a:custGeom>
          <a:ln w="3295">
            <a:solidFill>
              <a:srgbClr val="8080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5" name="object 285"/>
          <p:cNvSpPr txBox="1"/>
          <p:nvPr/>
        </p:nvSpPr>
        <p:spPr>
          <a:xfrm>
            <a:off x="5310632" y="489678"/>
            <a:ext cx="247015" cy="1143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50" dirty="0">
                <a:latin typeface="Gadugi" panose="020B0502040204020203"/>
                <a:cs typeface="Gadugi" panose="020B0502040204020203"/>
              </a:rPr>
              <a:t>Jan</a:t>
            </a:r>
            <a:r>
              <a:rPr sz="550" spc="50" dirty="0">
                <a:latin typeface="Gadugi" panose="020B0502040204020203"/>
                <a:cs typeface="Gadugi" panose="020B0502040204020203"/>
              </a:rPr>
              <a:t> </a:t>
            </a:r>
            <a:r>
              <a:rPr sz="550" spc="-25" dirty="0">
                <a:latin typeface="Gadugi" panose="020B0502040204020203"/>
                <a:cs typeface="Gadugi" panose="020B0502040204020203"/>
              </a:rPr>
              <a:t>'25</a:t>
            </a:r>
            <a:endParaRPr sz="55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286" name="object 286"/>
          <p:cNvSpPr/>
          <p:nvPr/>
        </p:nvSpPr>
        <p:spPr>
          <a:xfrm>
            <a:off x="6067234" y="488346"/>
            <a:ext cx="2211070" cy="97790"/>
          </a:xfrm>
          <a:custGeom>
            <a:avLst/>
            <a:gdLst/>
            <a:ahLst/>
            <a:cxnLst/>
            <a:rect l="l" t="t" r="r" b="b"/>
            <a:pathLst>
              <a:path w="2211070" h="97790">
                <a:moveTo>
                  <a:pt x="0" y="0"/>
                </a:moveTo>
                <a:lnTo>
                  <a:pt x="0" y="97726"/>
                </a:lnTo>
              </a:path>
              <a:path w="2211070" h="97790">
                <a:moveTo>
                  <a:pt x="695991" y="0"/>
                </a:moveTo>
                <a:lnTo>
                  <a:pt x="695991" y="97726"/>
                </a:lnTo>
              </a:path>
              <a:path w="2211070" h="97790">
                <a:moveTo>
                  <a:pt x="1465611" y="0"/>
                </a:moveTo>
                <a:lnTo>
                  <a:pt x="1465611" y="97726"/>
                </a:lnTo>
              </a:path>
              <a:path w="2211070" h="97790">
                <a:moveTo>
                  <a:pt x="2211038" y="0"/>
                </a:moveTo>
                <a:lnTo>
                  <a:pt x="2211038" y="97726"/>
                </a:lnTo>
              </a:path>
            </a:pathLst>
          </a:custGeom>
          <a:ln w="3295">
            <a:solidFill>
              <a:srgbClr val="8080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7" name="object 287"/>
          <p:cNvSpPr txBox="1"/>
          <p:nvPr/>
        </p:nvSpPr>
        <p:spPr>
          <a:xfrm>
            <a:off x="8291576" y="489678"/>
            <a:ext cx="280035" cy="1143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50" dirty="0">
                <a:latin typeface="Gadugi" panose="020B0502040204020203"/>
                <a:cs typeface="Gadugi" panose="020B0502040204020203"/>
              </a:rPr>
              <a:t>May</a:t>
            </a:r>
            <a:r>
              <a:rPr sz="550" spc="55" dirty="0">
                <a:latin typeface="Gadugi" panose="020B0502040204020203"/>
                <a:cs typeface="Gadugi" panose="020B0502040204020203"/>
              </a:rPr>
              <a:t> </a:t>
            </a:r>
            <a:r>
              <a:rPr sz="550" spc="-25" dirty="0">
                <a:latin typeface="Gadugi" panose="020B0502040204020203"/>
                <a:cs typeface="Gadugi" panose="020B0502040204020203"/>
              </a:rPr>
              <a:t>'25</a:t>
            </a:r>
            <a:endParaRPr sz="550">
              <a:latin typeface="Gadugi" panose="020B0502040204020203"/>
              <a:cs typeface="Gadugi" panose="020B0502040204020203"/>
            </a:endParaRPr>
          </a:p>
        </p:txBody>
      </p:sp>
      <p:sp>
        <p:nvSpPr>
          <p:cNvPr id="288" name="object 288"/>
          <p:cNvSpPr/>
          <p:nvPr/>
        </p:nvSpPr>
        <p:spPr>
          <a:xfrm>
            <a:off x="9048940" y="488346"/>
            <a:ext cx="0" cy="97790"/>
          </a:xfrm>
          <a:custGeom>
            <a:avLst/>
            <a:gdLst/>
            <a:ahLst/>
            <a:cxnLst/>
            <a:rect l="l" t="t" r="r" b="b"/>
            <a:pathLst>
              <a:path h="97790">
                <a:moveTo>
                  <a:pt x="0" y="0"/>
                </a:moveTo>
                <a:lnTo>
                  <a:pt x="0" y="97726"/>
                </a:lnTo>
              </a:path>
            </a:pathLst>
          </a:custGeom>
          <a:ln w="3295">
            <a:solidFill>
              <a:srgbClr val="8080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9" name="object 289"/>
          <p:cNvSpPr txBox="1"/>
          <p:nvPr/>
        </p:nvSpPr>
        <p:spPr>
          <a:xfrm>
            <a:off x="2821939" y="480574"/>
            <a:ext cx="6713220" cy="19939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216535" algn="ctr">
              <a:lnSpc>
                <a:spcPct val="100000"/>
              </a:lnSpc>
              <a:spcBef>
                <a:spcPts val="200"/>
              </a:spcBef>
              <a:tabLst>
                <a:tab pos="1731645" algn="l"/>
                <a:tab pos="3270885" algn="l"/>
                <a:tab pos="3966845" algn="l"/>
                <a:tab pos="4736465" algn="l"/>
                <a:tab pos="6252845" algn="l"/>
              </a:tabLst>
            </a:pPr>
            <a:r>
              <a:rPr sz="550" dirty="0">
                <a:latin typeface="Gadugi" panose="020B0502040204020203"/>
                <a:cs typeface="Gadugi" panose="020B0502040204020203"/>
              </a:rPr>
              <a:t>Oct</a:t>
            </a:r>
            <a:r>
              <a:rPr sz="550" spc="45" dirty="0">
                <a:latin typeface="Gadugi" panose="020B0502040204020203"/>
                <a:cs typeface="Gadugi" panose="020B0502040204020203"/>
              </a:rPr>
              <a:t> </a:t>
            </a:r>
            <a:r>
              <a:rPr sz="550" spc="-25" dirty="0">
                <a:latin typeface="Gadugi" panose="020B0502040204020203"/>
                <a:cs typeface="Gadugi" panose="020B0502040204020203"/>
              </a:rPr>
              <a:t>'24</a:t>
            </a:r>
            <a:r>
              <a:rPr sz="550" dirty="0">
                <a:latin typeface="Gadugi" panose="020B0502040204020203"/>
                <a:cs typeface="Gadugi" panose="020B0502040204020203"/>
              </a:rPr>
              <a:t>	Dec</a:t>
            </a:r>
            <a:r>
              <a:rPr sz="550" spc="45" dirty="0">
                <a:latin typeface="Gadugi" panose="020B0502040204020203"/>
                <a:cs typeface="Gadugi" panose="020B0502040204020203"/>
              </a:rPr>
              <a:t> </a:t>
            </a:r>
            <a:r>
              <a:rPr sz="550" spc="-25" dirty="0">
                <a:latin typeface="Gadugi" panose="020B0502040204020203"/>
                <a:cs typeface="Gadugi" panose="020B0502040204020203"/>
              </a:rPr>
              <a:t>'24</a:t>
            </a:r>
            <a:r>
              <a:rPr sz="550" dirty="0">
                <a:latin typeface="Gadugi" panose="020B0502040204020203"/>
                <a:cs typeface="Gadugi" panose="020B0502040204020203"/>
              </a:rPr>
              <a:t>	Feb</a:t>
            </a:r>
            <a:r>
              <a:rPr sz="550" spc="55" dirty="0">
                <a:latin typeface="Gadugi" panose="020B0502040204020203"/>
                <a:cs typeface="Gadugi" panose="020B0502040204020203"/>
              </a:rPr>
              <a:t> </a:t>
            </a:r>
            <a:r>
              <a:rPr sz="550" spc="-25" dirty="0">
                <a:latin typeface="Gadugi" panose="020B0502040204020203"/>
                <a:cs typeface="Gadugi" panose="020B0502040204020203"/>
              </a:rPr>
              <a:t>'25</a:t>
            </a:r>
            <a:r>
              <a:rPr sz="550" dirty="0">
                <a:latin typeface="Gadugi" panose="020B0502040204020203"/>
                <a:cs typeface="Gadugi" panose="020B0502040204020203"/>
              </a:rPr>
              <a:t>	Mar</a:t>
            </a:r>
            <a:r>
              <a:rPr sz="550" spc="45" dirty="0">
                <a:latin typeface="Gadugi" panose="020B0502040204020203"/>
                <a:cs typeface="Gadugi" panose="020B0502040204020203"/>
              </a:rPr>
              <a:t> </a:t>
            </a:r>
            <a:r>
              <a:rPr sz="550" spc="-25" dirty="0">
                <a:latin typeface="Gadugi" panose="020B0502040204020203"/>
                <a:cs typeface="Gadugi" panose="020B0502040204020203"/>
              </a:rPr>
              <a:t>'25</a:t>
            </a:r>
            <a:r>
              <a:rPr sz="550" dirty="0">
                <a:latin typeface="Gadugi" panose="020B0502040204020203"/>
                <a:cs typeface="Gadugi" panose="020B0502040204020203"/>
              </a:rPr>
              <a:t>	Apr</a:t>
            </a:r>
            <a:r>
              <a:rPr sz="550" spc="45" dirty="0">
                <a:latin typeface="Gadugi" panose="020B0502040204020203"/>
                <a:cs typeface="Gadugi" panose="020B0502040204020203"/>
              </a:rPr>
              <a:t> </a:t>
            </a:r>
            <a:r>
              <a:rPr sz="550" spc="-25" dirty="0">
                <a:latin typeface="Gadugi" panose="020B0502040204020203"/>
                <a:cs typeface="Gadugi" panose="020B0502040204020203"/>
              </a:rPr>
              <a:t>'25</a:t>
            </a:r>
            <a:r>
              <a:rPr sz="550" dirty="0">
                <a:latin typeface="Gadugi" panose="020B0502040204020203"/>
                <a:cs typeface="Gadugi" panose="020B0502040204020203"/>
              </a:rPr>
              <a:t>	Jun</a:t>
            </a:r>
            <a:r>
              <a:rPr sz="550" spc="35" dirty="0">
                <a:latin typeface="Gadugi" panose="020B0502040204020203"/>
                <a:cs typeface="Gadugi" panose="020B0502040204020203"/>
              </a:rPr>
              <a:t> </a:t>
            </a:r>
            <a:r>
              <a:rPr sz="550" spc="-25" dirty="0">
                <a:latin typeface="Gadugi" panose="020B0502040204020203"/>
                <a:cs typeface="Gadugi" panose="020B0502040204020203"/>
              </a:rPr>
              <a:t>'25</a:t>
            </a:r>
            <a:endParaRPr sz="550">
              <a:latin typeface="Gadugi" panose="020B0502040204020203"/>
              <a:cs typeface="Gadugi" panose="020B0502040204020203"/>
            </a:endParaRPr>
          </a:p>
          <a:p>
            <a:pPr marL="12700" algn="ctr">
              <a:lnSpc>
                <a:spcPct val="90000"/>
              </a:lnSpc>
              <a:spcBef>
                <a:spcPts val="110"/>
              </a:spcBef>
              <a:tabLst>
                <a:tab pos="1946275" algn="l"/>
                <a:tab pos="3509645" algn="l"/>
                <a:tab pos="4206240" algn="l"/>
                <a:tab pos="6466205" algn="l"/>
              </a:tabLst>
            </a:pPr>
            <a:r>
              <a:rPr sz="550" dirty="0">
                <a:latin typeface="Gadugi" panose="020B0502040204020203"/>
                <a:cs typeface="Gadugi" panose="020B0502040204020203"/>
              </a:rPr>
              <a:t>22</a:t>
            </a:r>
            <a:r>
              <a:rPr sz="550" spc="229" dirty="0">
                <a:latin typeface="Gadugi" panose="020B0502040204020203"/>
                <a:cs typeface="Gadugi" panose="020B0502040204020203"/>
              </a:rPr>
              <a:t>  </a:t>
            </a:r>
            <a:r>
              <a:rPr sz="550" dirty="0">
                <a:latin typeface="Gadugi" panose="020B0502040204020203"/>
                <a:cs typeface="Gadugi" panose="020B0502040204020203"/>
              </a:rPr>
              <a:t>29</a:t>
            </a:r>
            <a:r>
              <a:rPr sz="550" spc="310" dirty="0">
                <a:latin typeface="Gadugi" panose="020B0502040204020203"/>
                <a:cs typeface="Gadugi" panose="020B0502040204020203"/>
              </a:rPr>
              <a:t>  </a:t>
            </a:r>
            <a:r>
              <a:rPr sz="550" dirty="0">
                <a:latin typeface="Gadugi" panose="020B0502040204020203"/>
                <a:cs typeface="Gadugi" panose="020B0502040204020203"/>
              </a:rPr>
              <a:t>6</a:t>
            </a:r>
            <a:r>
              <a:rPr sz="550" spc="310" dirty="0">
                <a:latin typeface="Gadugi" panose="020B0502040204020203"/>
                <a:cs typeface="Gadugi" panose="020B0502040204020203"/>
              </a:rPr>
              <a:t>  </a:t>
            </a:r>
            <a:r>
              <a:rPr sz="550" dirty="0">
                <a:latin typeface="Gadugi" panose="020B0502040204020203"/>
                <a:cs typeface="Gadugi" panose="020B0502040204020203"/>
              </a:rPr>
              <a:t>13</a:t>
            </a:r>
            <a:r>
              <a:rPr sz="550" spc="225" dirty="0">
                <a:latin typeface="Gadugi" panose="020B0502040204020203"/>
                <a:cs typeface="Gadugi" panose="020B0502040204020203"/>
              </a:rPr>
              <a:t>  </a:t>
            </a:r>
            <a:r>
              <a:rPr sz="550" dirty="0">
                <a:latin typeface="Gadugi" panose="020B0502040204020203"/>
                <a:cs typeface="Gadugi" panose="020B0502040204020203"/>
              </a:rPr>
              <a:t>20</a:t>
            </a:r>
            <a:r>
              <a:rPr sz="550" spc="229" dirty="0">
                <a:latin typeface="Gadugi" panose="020B0502040204020203"/>
                <a:cs typeface="Gadugi" panose="020B0502040204020203"/>
              </a:rPr>
              <a:t>  </a:t>
            </a:r>
            <a:r>
              <a:rPr sz="550" dirty="0">
                <a:latin typeface="Gadugi" panose="020B0502040204020203"/>
                <a:cs typeface="Gadugi" panose="020B0502040204020203"/>
              </a:rPr>
              <a:t>27</a:t>
            </a:r>
            <a:r>
              <a:rPr sz="550" spc="305" dirty="0">
                <a:latin typeface="Gadugi" panose="020B0502040204020203"/>
                <a:cs typeface="Gadugi" panose="020B0502040204020203"/>
              </a:rPr>
              <a:t>  </a:t>
            </a:r>
            <a:r>
              <a:rPr sz="550" dirty="0">
                <a:latin typeface="Gadugi" panose="020B0502040204020203"/>
                <a:cs typeface="Gadugi" panose="020B0502040204020203"/>
              </a:rPr>
              <a:t>3</a:t>
            </a:r>
            <a:r>
              <a:rPr sz="550" spc="310" dirty="0">
                <a:latin typeface="Gadugi" panose="020B0502040204020203"/>
                <a:cs typeface="Gadugi" panose="020B0502040204020203"/>
              </a:rPr>
              <a:t>  </a:t>
            </a:r>
            <a:r>
              <a:rPr sz="550" dirty="0">
                <a:latin typeface="Gadugi" panose="020B0502040204020203"/>
                <a:cs typeface="Gadugi" panose="020B0502040204020203"/>
              </a:rPr>
              <a:t>10</a:t>
            </a:r>
            <a:r>
              <a:rPr sz="550" spc="225" dirty="0">
                <a:latin typeface="Gadugi" panose="020B0502040204020203"/>
                <a:cs typeface="Gadugi" panose="020B0502040204020203"/>
              </a:rPr>
              <a:t>  </a:t>
            </a:r>
            <a:r>
              <a:rPr sz="550" dirty="0">
                <a:latin typeface="Gadugi" panose="020B0502040204020203"/>
                <a:cs typeface="Gadugi" panose="020B0502040204020203"/>
              </a:rPr>
              <a:t>17</a:t>
            </a:r>
            <a:r>
              <a:rPr sz="550" spc="235" dirty="0">
                <a:latin typeface="Gadugi" panose="020B0502040204020203"/>
                <a:cs typeface="Gadugi" panose="020B0502040204020203"/>
              </a:rPr>
              <a:t>  </a:t>
            </a:r>
            <a:r>
              <a:rPr sz="550" dirty="0">
                <a:latin typeface="Gadugi" panose="020B0502040204020203"/>
                <a:cs typeface="Gadugi" panose="020B0502040204020203"/>
              </a:rPr>
              <a:t>24</a:t>
            </a:r>
            <a:r>
              <a:rPr sz="550" spc="305" dirty="0">
                <a:latin typeface="Gadugi" panose="020B0502040204020203"/>
                <a:cs typeface="Gadugi" panose="020B0502040204020203"/>
              </a:rPr>
              <a:t>  </a:t>
            </a:r>
            <a:r>
              <a:rPr sz="550" spc="-50" dirty="0">
                <a:latin typeface="Gadugi" panose="020B0502040204020203"/>
                <a:cs typeface="Gadugi" panose="020B0502040204020203"/>
              </a:rPr>
              <a:t>1</a:t>
            </a:r>
            <a:r>
              <a:rPr sz="550" dirty="0">
                <a:latin typeface="Gadugi" panose="020B0502040204020203"/>
                <a:cs typeface="Gadugi" panose="020B0502040204020203"/>
              </a:rPr>
              <a:t>	8</a:t>
            </a:r>
            <a:r>
              <a:rPr sz="550" spc="305" dirty="0">
                <a:latin typeface="Gadugi" panose="020B0502040204020203"/>
                <a:cs typeface="Gadugi" panose="020B0502040204020203"/>
              </a:rPr>
              <a:t>  </a:t>
            </a:r>
            <a:r>
              <a:rPr sz="550" dirty="0">
                <a:latin typeface="Gadugi" panose="020B0502040204020203"/>
                <a:cs typeface="Gadugi" panose="020B0502040204020203"/>
              </a:rPr>
              <a:t>15</a:t>
            </a:r>
            <a:r>
              <a:rPr sz="550" spc="225" dirty="0">
                <a:latin typeface="Gadugi" panose="020B0502040204020203"/>
                <a:cs typeface="Gadugi" panose="020B0502040204020203"/>
              </a:rPr>
              <a:t>  </a:t>
            </a:r>
            <a:r>
              <a:rPr sz="550" dirty="0">
                <a:latin typeface="Gadugi" panose="020B0502040204020203"/>
                <a:cs typeface="Gadugi" panose="020B0502040204020203"/>
              </a:rPr>
              <a:t>22</a:t>
            </a:r>
            <a:r>
              <a:rPr sz="550" spc="229" dirty="0">
                <a:latin typeface="Gadugi" panose="020B0502040204020203"/>
                <a:cs typeface="Gadugi" panose="020B0502040204020203"/>
              </a:rPr>
              <a:t>  </a:t>
            </a:r>
            <a:r>
              <a:rPr sz="550" dirty="0">
                <a:latin typeface="Gadugi" panose="020B0502040204020203"/>
                <a:cs typeface="Gadugi" panose="020B0502040204020203"/>
              </a:rPr>
              <a:t>29</a:t>
            </a:r>
            <a:r>
              <a:rPr sz="550" spc="305" dirty="0">
                <a:latin typeface="Gadugi" panose="020B0502040204020203"/>
                <a:cs typeface="Gadugi" panose="020B0502040204020203"/>
              </a:rPr>
              <a:t>  </a:t>
            </a:r>
            <a:r>
              <a:rPr sz="550" dirty="0">
                <a:latin typeface="Gadugi" panose="020B0502040204020203"/>
                <a:cs typeface="Gadugi" panose="020B0502040204020203"/>
              </a:rPr>
              <a:t>5</a:t>
            </a:r>
            <a:r>
              <a:rPr sz="550" spc="310" dirty="0">
                <a:latin typeface="Gadugi" panose="020B0502040204020203"/>
                <a:cs typeface="Gadugi" panose="020B0502040204020203"/>
              </a:rPr>
              <a:t>  </a:t>
            </a:r>
            <a:r>
              <a:rPr sz="550" dirty="0">
                <a:latin typeface="Gadugi" panose="020B0502040204020203"/>
                <a:cs typeface="Gadugi" panose="020B0502040204020203"/>
              </a:rPr>
              <a:t>12</a:t>
            </a:r>
            <a:r>
              <a:rPr sz="550" spc="225" dirty="0">
                <a:latin typeface="Gadugi" panose="020B0502040204020203"/>
                <a:cs typeface="Gadugi" panose="020B0502040204020203"/>
              </a:rPr>
              <a:t>  </a:t>
            </a:r>
            <a:r>
              <a:rPr sz="550" dirty="0">
                <a:latin typeface="Gadugi" panose="020B0502040204020203"/>
                <a:cs typeface="Gadugi" panose="020B0502040204020203"/>
              </a:rPr>
              <a:t>19</a:t>
            </a:r>
            <a:r>
              <a:rPr sz="550" spc="229" dirty="0">
                <a:latin typeface="Gadugi" panose="020B0502040204020203"/>
                <a:cs typeface="Gadugi" panose="020B0502040204020203"/>
              </a:rPr>
              <a:t>  </a:t>
            </a:r>
            <a:r>
              <a:rPr sz="550" dirty="0">
                <a:latin typeface="Gadugi" panose="020B0502040204020203"/>
                <a:cs typeface="Gadugi" panose="020B0502040204020203"/>
              </a:rPr>
              <a:t>26</a:t>
            </a:r>
            <a:r>
              <a:rPr sz="550" spc="310" dirty="0">
                <a:latin typeface="Gadugi" panose="020B0502040204020203"/>
                <a:cs typeface="Gadugi" panose="020B0502040204020203"/>
              </a:rPr>
              <a:t>  </a:t>
            </a:r>
            <a:r>
              <a:rPr sz="550" spc="-50" dirty="0">
                <a:latin typeface="Gadugi" panose="020B0502040204020203"/>
                <a:cs typeface="Gadugi" panose="020B0502040204020203"/>
              </a:rPr>
              <a:t>2</a:t>
            </a:r>
            <a:r>
              <a:rPr sz="550" dirty="0">
                <a:latin typeface="Gadugi" panose="020B0502040204020203"/>
                <a:cs typeface="Gadugi" panose="020B0502040204020203"/>
              </a:rPr>
              <a:t>	9</a:t>
            </a:r>
            <a:r>
              <a:rPr sz="550" spc="310" dirty="0">
                <a:latin typeface="Gadugi" panose="020B0502040204020203"/>
                <a:cs typeface="Gadugi" panose="020B0502040204020203"/>
              </a:rPr>
              <a:t>  </a:t>
            </a:r>
            <a:r>
              <a:rPr sz="550" dirty="0">
                <a:latin typeface="Gadugi" panose="020B0502040204020203"/>
                <a:cs typeface="Gadugi" panose="020B0502040204020203"/>
              </a:rPr>
              <a:t>16</a:t>
            </a:r>
            <a:r>
              <a:rPr sz="550" spc="225" dirty="0">
                <a:latin typeface="Gadugi" panose="020B0502040204020203"/>
                <a:cs typeface="Gadugi" panose="020B0502040204020203"/>
              </a:rPr>
              <a:t>  </a:t>
            </a:r>
            <a:r>
              <a:rPr sz="550" dirty="0">
                <a:latin typeface="Gadugi" panose="020B0502040204020203"/>
                <a:cs typeface="Gadugi" panose="020B0502040204020203"/>
              </a:rPr>
              <a:t>23</a:t>
            </a:r>
            <a:r>
              <a:rPr sz="550" spc="310" dirty="0">
                <a:latin typeface="Gadugi" panose="020B0502040204020203"/>
                <a:cs typeface="Gadugi" panose="020B0502040204020203"/>
              </a:rPr>
              <a:t>  </a:t>
            </a:r>
            <a:r>
              <a:rPr sz="550" spc="-50" dirty="0">
                <a:latin typeface="Gadugi" panose="020B0502040204020203"/>
                <a:cs typeface="Gadugi" panose="020B0502040204020203"/>
              </a:rPr>
              <a:t>2</a:t>
            </a:r>
            <a:r>
              <a:rPr sz="550" dirty="0">
                <a:latin typeface="Gadugi" panose="020B0502040204020203"/>
                <a:cs typeface="Gadugi" panose="020B0502040204020203"/>
              </a:rPr>
              <a:t>	9</a:t>
            </a:r>
            <a:r>
              <a:rPr sz="550" spc="305" dirty="0">
                <a:latin typeface="Gadugi" panose="020B0502040204020203"/>
                <a:cs typeface="Gadugi" panose="020B0502040204020203"/>
              </a:rPr>
              <a:t>  </a:t>
            </a:r>
            <a:r>
              <a:rPr sz="550" dirty="0">
                <a:latin typeface="Gadugi" panose="020B0502040204020203"/>
                <a:cs typeface="Gadugi" panose="020B0502040204020203"/>
              </a:rPr>
              <a:t>16</a:t>
            </a:r>
            <a:r>
              <a:rPr sz="550" spc="235" dirty="0">
                <a:latin typeface="Gadugi" panose="020B0502040204020203"/>
                <a:cs typeface="Gadugi" panose="020B0502040204020203"/>
              </a:rPr>
              <a:t>  </a:t>
            </a:r>
            <a:r>
              <a:rPr sz="550" dirty="0">
                <a:latin typeface="Gadugi" panose="020B0502040204020203"/>
                <a:cs typeface="Gadugi" panose="020B0502040204020203"/>
              </a:rPr>
              <a:t>23</a:t>
            </a:r>
            <a:r>
              <a:rPr sz="550" spc="220" dirty="0">
                <a:latin typeface="Gadugi" panose="020B0502040204020203"/>
                <a:cs typeface="Gadugi" panose="020B0502040204020203"/>
              </a:rPr>
              <a:t>  </a:t>
            </a:r>
            <a:r>
              <a:rPr sz="550" dirty="0">
                <a:latin typeface="Gadugi" panose="020B0502040204020203"/>
                <a:cs typeface="Gadugi" panose="020B0502040204020203"/>
              </a:rPr>
              <a:t>30</a:t>
            </a:r>
            <a:r>
              <a:rPr sz="550" spc="305" dirty="0">
                <a:latin typeface="Gadugi" panose="020B0502040204020203"/>
                <a:cs typeface="Gadugi" panose="020B0502040204020203"/>
              </a:rPr>
              <a:t>  </a:t>
            </a:r>
            <a:r>
              <a:rPr sz="550" dirty="0">
                <a:latin typeface="Gadugi" panose="020B0502040204020203"/>
                <a:cs typeface="Gadugi" panose="020B0502040204020203"/>
              </a:rPr>
              <a:t>6</a:t>
            </a:r>
            <a:r>
              <a:rPr sz="550" spc="315" dirty="0">
                <a:latin typeface="Gadugi" panose="020B0502040204020203"/>
                <a:cs typeface="Gadugi" panose="020B0502040204020203"/>
              </a:rPr>
              <a:t>  </a:t>
            </a:r>
            <a:r>
              <a:rPr sz="550" dirty="0">
                <a:latin typeface="Gadugi" panose="020B0502040204020203"/>
                <a:cs typeface="Gadugi" panose="020B0502040204020203"/>
              </a:rPr>
              <a:t>13</a:t>
            </a:r>
            <a:r>
              <a:rPr sz="550" spc="225" dirty="0">
                <a:latin typeface="Gadugi" panose="020B0502040204020203"/>
                <a:cs typeface="Gadugi" panose="020B0502040204020203"/>
              </a:rPr>
              <a:t>  </a:t>
            </a:r>
            <a:r>
              <a:rPr sz="550" dirty="0">
                <a:latin typeface="Gadugi" panose="020B0502040204020203"/>
                <a:cs typeface="Gadugi" panose="020B0502040204020203"/>
              </a:rPr>
              <a:t>20</a:t>
            </a:r>
            <a:r>
              <a:rPr sz="550" spc="235" dirty="0">
                <a:latin typeface="Gadugi" panose="020B0502040204020203"/>
                <a:cs typeface="Gadugi" panose="020B0502040204020203"/>
              </a:rPr>
              <a:t>  </a:t>
            </a:r>
            <a:r>
              <a:rPr sz="550" dirty="0">
                <a:latin typeface="Gadugi" panose="020B0502040204020203"/>
                <a:cs typeface="Gadugi" panose="020B0502040204020203"/>
              </a:rPr>
              <a:t>27</a:t>
            </a:r>
            <a:r>
              <a:rPr sz="550" spc="305" dirty="0">
                <a:latin typeface="Gadugi" panose="020B0502040204020203"/>
                <a:cs typeface="Gadugi" panose="020B0502040204020203"/>
              </a:rPr>
              <a:t>  </a:t>
            </a:r>
            <a:r>
              <a:rPr sz="550" dirty="0">
                <a:latin typeface="Gadugi" panose="020B0502040204020203"/>
                <a:cs typeface="Gadugi" panose="020B0502040204020203"/>
              </a:rPr>
              <a:t>4</a:t>
            </a:r>
            <a:r>
              <a:rPr sz="550" spc="310" dirty="0">
                <a:latin typeface="Gadugi" panose="020B0502040204020203"/>
                <a:cs typeface="Gadugi" panose="020B0502040204020203"/>
              </a:rPr>
              <a:t>  </a:t>
            </a:r>
            <a:r>
              <a:rPr sz="550" dirty="0">
                <a:latin typeface="Gadugi" panose="020B0502040204020203"/>
                <a:cs typeface="Gadugi" panose="020B0502040204020203"/>
              </a:rPr>
              <a:t>11</a:t>
            </a:r>
            <a:r>
              <a:rPr sz="550" spc="225" dirty="0">
                <a:latin typeface="Gadugi" panose="020B0502040204020203"/>
                <a:cs typeface="Gadugi" panose="020B0502040204020203"/>
              </a:rPr>
              <a:t>  </a:t>
            </a:r>
            <a:r>
              <a:rPr sz="550" dirty="0">
                <a:latin typeface="Gadugi" panose="020B0502040204020203"/>
                <a:cs typeface="Gadugi" panose="020B0502040204020203"/>
              </a:rPr>
              <a:t>18</a:t>
            </a:r>
            <a:r>
              <a:rPr sz="550" spc="229" dirty="0">
                <a:latin typeface="Gadugi" panose="020B0502040204020203"/>
                <a:cs typeface="Gadugi" panose="020B0502040204020203"/>
              </a:rPr>
              <a:t>  </a:t>
            </a:r>
            <a:r>
              <a:rPr sz="550" dirty="0">
                <a:latin typeface="Gadugi" panose="020B0502040204020203"/>
                <a:cs typeface="Gadugi" panose="020B0502040204020203"/>
              </a:rPr>
              <a:t>25</a:t>
            </a:r>
            <a:r>
              <a:rPr sz="550" spc="310" dirty="0">
                <a:latin typeface="Gadugi" panose="020B0502040204020203"/>
                <a:cs typeface="Gadugi" panose="020B0502040204020203"/>
              </a:rPr>
              <a:t>  </a:t>
            </a:r>
            <a:r>
              <a:rPr sz="550" spc="-50" dirty="0">
                <a:latin typeface="Gadugi" panose="020B0502040204020203"/>
                <a:cs typeface="Gadugi" panose="020B0502040204020203"/>
              </a:rPr>
              <a:t>1</a:t>
            </a:r>
            <a:r>
              <a:rPr sz="550" dirty="0">
                <a:latin typeface="Gadugi" panose="020B0502040204020203"/>
                <a:cs typeface="Gadugi" panose="020B0502040204020203"/>
              </a:rPr>
              <a:t>	8</a:t>
            </a:r>
            <a:r>
              <a:rPr sz="550" spc="300" dirty="0">
                <a:latin typeface="Gadugi" panose="020B0502040204020203"/>
                <a:cs typeface="Gadugi" panose="020B0502040204020203"/>
              </a:rPr>
              <a:t>  </a:t>
            </a:r>
            <a:r>
              <a:rPr sz="550" spc="-25" dirty="0">
                <a:latin typeface="Gadugi" panose="020B0502040204020203"/>
                <a:cs typeface="Gadugi" panose="020B0502040204020203"/>
              </a:rPr>
              <a:t>15</a:t>
            </a:r>
            <a:endParaRPr sz="550">
              <a:latin typeface="Gadugi" panose="020B0502040204020203"/>
              <a:cs typeface="Gadugi" panose="020B0502040204020203"/>
            </a:endParaRPr>
          </a:p>
        </p:txBody>
      </p:sp>
      <p:grpSp>
        <p:nvGrpSpPr>
          <p:cNvPr id="290" name="object 290"/>
          <p:cNvGrpSpPr/>
          <p:nvPr/>
        </p:nvGrpSpPr>
        <p:grpSpPr>
          <a:xfrm>
            <a:off x="2787300" y="456819"/>
            <a:ext cx="6811645" cy="5845175"/>
            <a:chOff x="2787300" y="456819"/>
            <a:chExt cx="6811645" cy="5845175"/>
          </a:xfrm>
        </p:grpSpPr>
        <p:sp>
          <p:nvSpPr>
            <p:cNvPr id="291" name="object 291"/>
            <p:cNvSpPr/>
            <p:nvPr/>
          </p:nvSpPr>
          <p:spPr>
            <a:xfrm>
              <a:off x="2789205" y="683799"/>
              <a:ext cx="6807834" cy="0"/>
            </a:xfrm>
            <a:custGeom>
              <a:avLst/>
              <a:gdLst/>
              <a:ahLst/>
              <a:cxnLst/>
              <a:rect l="l" t="t" r="r" b="b"/>
              <a:pathLst>
                <a:path w="6807834">
                  <a:moveTo>
                    <a:pt x="0" y="0"/>
                  </a:moveTo>
                  <a:lnTo>
                    <a:pt x="6807517" y="0"/>
                  </a:lnTo>
                </a:path>
                <a:path w="6807834">
                  <a:moveTo>
                    <a:pt x="0" y="0"/>
                  </a:moveTo>
                  <a:lnTo>
                    <a:pt x="6807517" y="0"/>
                  </a:lnTo>
                </a:path>
              </a:pathLst>
            </a:custGeom>
            <a:ln w="329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/>
            <p:cNvSpPr/>
            <p:nvPr/>
          </p:nvSpPr>
          <p:spPr>
            <a:xfrm>
              <a:off x="2789205" y="6300025"/>
              <a:ext cx="6807834" cy="0"/>
            </a:xfrm>
            <a:custGeom>
              <a:avLst/>
              <a:gdLst/>
              <a:ahLst/>
              <a:cxnLst/>
              <a:rect l="l" t="t" r="r" b="b"/>
              <a:pathLst>
                <a:path w="6807834">
                  <a:moveTo>
                    <a:pt x="0" y="0"/>
                  </a:moveTo>
                  <a:lnTo>
                    <a:pt x="6807517" y="0"/>
                  </a:lnTo>
                </a:path>
              </a:pathLst>
            </a:custGeom>
            <a:ln w="329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/>
            <p:cNvSpPr/>
            <p:nvPr/>
          </p:nvSpPr>
          <p:spPr>
            <a:xfrm>
              <a:off x="2789205" y="458724"/>
              <a:ext cx="0" cy="5841365"/>
            </a:xfrm>
            <a:custGeom>
              <a:avLst/>
              <a:gdLst/>
              <a:ahLst/>
              <a:cxnLst/>
              <a:rect l="l" t="t" r="r" b="b"/>
              <a:pathLst>
                <a:path h="5841365">
                  <a:moveTo>
                    <a:pt x="0" y="0"/>
                  </a:moveTo>
                  <a:lnTo>
                    <a:pt x="0" y="5841301"/>
                  </a:lnTo>
                </a:path>
              </a:pathLst>
            </a:custGeom>
            <a:ln w="329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/>
            <p:cNvSpPr/>
            <p:nvPr/>
          </p:nvSpPr>
          <p:spPr>
            <a:xfrm>
              <a:off x="9596723" y="458724"/>
              <a:ext cx="0" cy="5841365"/>
            </a:xfrm>
            <a:custGeom>
              <a:avLst/>
              <a:gdLst/>
              <a:ahLst/>
              <a:cxnLst/>
              <a:rect l="l" t="t" r="r" b="b"/>
              <a:pathLst>
                <a:path h="5841365">
                  <a:moveTo>
                    <a:pt x="0" y="0"/>
                  </a:moveTo>
                  <a:lnTo>
                    <a:pt x="0" y="5841301"/>
                  </a:lnTo>
                </a:path>
              </a:pathLst>
            </a:custGeom>
            <a:ln w="329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5" name="object 385"/>
          <p:cNvSpPr/>
          <p:nvPr/>
        </p:nvSpPr>
        <p:spPr>
          <a:xfrm>
            <a:off x="457200" y="458470"/>
            <a:ext cx="9140825" cy="5852160"/>
          </a:xfrm>
          <a:custGeom>
            <a:avLst/>
            <a:gdLst/>
            <a:ahLst/>
            <a:cxnLst/>
            <a:rect l="l" t="t" r="r" b="b"/>
            <a:pathLst>
              <a:path w="9140825" h="6853555">
                <a:moveTo>
                  <a:pt x="0" y="0"/>
                </a:moveTo>
                <a:lnTo>
                  <a:pt x="9140285" y="0"/>
                </a:lnTo>
              </a:path>
              <a:path w="9140825" h="6853555">
                <a:moveTo>
                  <a:pt x="9140285" y="0"/>
                </a:moveTo>
                <a:lnTo>
                  <a:pt x="9140285" y="6853427"/>
                </a:lnTo>
              </a:path>
              <a:path w="9140825" h="6853555">
                <a:moveTo>
                  <a:pt x="9140285" y="6853427"/>
                </a:moveTo>
                <a:lnTo>
                  <a:pt x="0" y="6853427"/>
                </a:lnTo>
              </a:path>
              <a:path w="9140825" h="6853555">
                <a:moveTo>
                  <a:pt x="0" y="6853427"/>
                </a:moveTo>
                <a:lnTo>
                  <a:pt x="0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958</Words>
  <Application>WPS Presentation</Application>
  <PresentationFormat>On-screen Show (4:3)</PresentationFormat>
  <Paragraphs>145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Gadugi</vt:lpstr>
      <vt:lpstr>Calibri</vt:lpstr>
      <vt:lpstr>Microsoft YaHei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- najeh.mpp</dc:title>
  <dc:creator/>
  <cp:lastModifiedBy>Ahmed Nageh</cp:lastModifiedBy>
  <cp:revision>3</cp:revision>
  <dcterms:created xsi:type="dcterms:W3CDTF">2025-01-10T12:10:28Z</dcterms:created>
  <dcterms:modified xsi:type="dcterms:W3CDTF">2025-01-10T12:14:22Z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2025-01-10T02:00:00Z</vt:filetime>
  </property>
  <property fmtid="{D5CDD505-2E9C-101B-9397-08002B2CF9AE}" pid="3" name="LastSaved">
    <vt:filetime>2025-01-10T02:00:00Z</vt:filetime>
  </property>
  <property fmtid="{D5CDD505-2E9C-101B-9397-08002B2CF9AE}" pid="4" name="Producer">
    <vt:lpwstr>Microsoft: Print To PDF</vt:lpwstr>
  </property>
  <property fmtid="{D5CDD505-2E9C-101B-9397-08002B2CF9AE}" pid="5" name="ICV">
    <vt:lpwstr>9355AD83323D4BE0896B326AFA975068_12</vt:lpwstr>
  </property>
  <property fmtid="{D5CDD505-2E9C-101B-9397-08002B2CF9AE}" pid="6" name="KSOProductBuildVer">
    <vt:lpwstr>2057-12.2.0.18639</vt:lpwstr>
  </property>
</Properties>
</file>