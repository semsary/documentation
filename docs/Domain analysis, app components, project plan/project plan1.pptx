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>
      <p:cViewPr varScale="1">
        <p:scale>
          <a:sx n="53" d="100"/>
          <a:sy n="53" d="100"/>
        </p:scale>
        <p:origin x="18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5" Type="http://schemas.openxmlformats.org/officeDocument/2006/relationships/slideLayout" Target="../slideLayouts/slideLayout7.xml"/><Relationship Id="rId44" Type="http://schemas.openxmlformats.org/officeDocument/2006/relationships/image" Target="../media/image44.png"/><Relationship Id="rId43" Type="http://schemas.openxmlformats.org/officeDocument/2006/relationships/image" Target="../media/image43.png"/><Relationship Id="rId42" Type="http://schemas.openxmlformats.org/officeDocument/2006/relationships/image" Target="../media/image42.png"/><Relationship Id="rId41" Type="http://schemas.openxmlformats.org/officeDocument/2006/relationships/image" Target="../media/image41.png"/><Relationship Id="rId40" Type="http://schemas.openxmlformats.org/officeDocument/2006/relationships/image" Target="../media/image40.png"/><Relationship Id="rId4" Type="http://schemas.openxmlformats.org/officeDocument/2006/relationships/image" Target="../media/image4.png"/><Relationship Id="rId39" Type="http://schemas.openxmlformats.org/officeDocument/2006/relationships/image" Target="../media/image39.png"/><Relationship Id="rId38" Type="http://schemas.openxmlformats.org/officeDocument/2006/relationships/image" Target="../media/image38.png"/><Relationship Id="rId37" Type="http://schemas.openxmlformats.org/officeDocument/2006/relationships/image" Target="../media/image37.png"/><Relationship Id="rId36" Type="http://schemas.openxmlformats.org/officeDocument/2006/relationships/image" Target="../media/image36.png"/><Relationship Id="rId35" Type="http://schemas.openxmlformats.org/officeDocument/2006/relationships/image" Target="../media/image35.png"/><Relationship Id="rId34" Type="http://schemas.openxmlformats.org/officeDocument/2006/relationships/image" Target="../media/image34.png"/><Relationship Id="rId33" Type="http://schemas.openxmlformats.org/officeDocument/2006/relationships/image" Target="../media/image33.png"/><Relationship Id="rId32" Type="http://schemas.openxmlformats.org/officeDocument/2006/relationships/image" Target="../media/image32.png"/><Relationship Id="rId31" Type="http://schemas.openxmlformats.org/officeDocument/2006/relationships/image" Target="../media/image31.png"/><Relationship Id="rId30" Type="http://schemas.openxmlformats.org/officeDocument/2006/relationships/image" Target="../media/image30.png"/><Relationship Id="rId3" Type="http://schemas.openxmlformats.org/officeDocument/2006/relationships/image" Target="../media/image3.png"/><Relationship Id="rId29" Type="http://schemas.openxmlformats.org/officeDocument/2006/relationships/image" Target="../media/image29.png"/><Relationship Id="rId28" Type="http://schemas.openxmlformats.org/officeDocument/2006/relationships/image" Target="../media/image28.png"/><Relationship Id="rId27" Type="http://schemas.openxmlformats.org/officeDocument/2006/relationships/image" Target="../media/image27.png"/><Relationship Id="rId26" Type="http://schemas.openxmlformats.org/officeDocument/2006/relationships/image" Target="../media/image26.png"/><Relationship Id="rId25" Type="http://schemas.openxmlformats.org/officeDocument/2006/relationships/image" Target="../media/image25.png"/><Relationship Id="rId24" Type="http://schemas.openxmlformats.org/officeDocument/2006/relationships/image" Target="../media/image24.png"/><Relationship Id="rId23" Type="http://schemas.openxmlformats.org/officeDocument/2006/relationships/image" Target="../media/image23.png"/><Relationship Id="rId22" Type="http://schemas.openxmlformats.org/officeDocument/2006/relationships/image" Target="../media/image22.png"/><Relationship Id="rId21" Type="http://schemas.openxmlformats.org/officeDocument/2006/relationships/image" Target="../media/image21.png"/><Relationship Id="rId20" Type="http://schemas.openxmlformats.org/officeDocument/2006/relationships/image" Target="../media/image20.png"/><Relationship Id="rId2" Type="http://schemas.openxmlformats.org/officeDocument/2006/relationships/image" Target="../media/image2.png"/><Relationship Id="rId19" Type="http://schemas.openxmlformats.org/officeDocument/2006/relationships/image" Target="../media/image19.png"/><Relationship Id="rId18" Type="http://schemas.openxmlformats.org/officeDocument/2006/relationships/image" Target="../media/image18.png"/><Relationship Id="rId17" Type="http://schemas.openxmlformats.org/officeDocument/2006/relationships/image" Target="../media/image17.png"/><Relationship Id="rId16" Type="http://schemas.openxmlformats.org/officeDocument/2006/relationships/image" Target="../media/image16.png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758233" y="419031"/>
            <a:ext cx="92707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ID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910435" y="418455"/>
            <a:ext cx="373130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GB" altLang="en-US" sz="545" dirty="0">
                <a:latin typeface="Gadugi" panose="020B0502040204020203"/>
                <a:cs typeface="Gadugi" panose="020B0502040204020203"/>
              </a:rPr>
              <a:t> </a:t>
            </a:r>
            <a:r>
              <a:rPr sz="545" dirty="0">
                <a:latin typeface="Gadugi" panose="020B0502040204020203"/>
                <a:cs typeface="Gadugi" panose="020B0502040204020203"/>
              </a:rPr>
              <a:t>Task</a:t>
            </a:r>
            <a:r>
              <a:rPr sz="545" spc="50" dirty="0">
                <a:latin typeface="Gadugi" panose="020B0502040204020203"/>
                <a:cs typeface="Gadugi" panose="020B0502040204020203"/>
              </a:rPr>
              <a:t> </a:t>
            </a:r>
            <a:r>
              <a:rPr sz="545" spc="-20" dirty="0">
                <a:latin typeface="Gadugi" panose="020B0502040204020203"/>
                <a:cs typeface="Gadugi" panose="020B0502040204020203"/>
              </a:rPr>
              <a:t>Name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758455" y="610553"/>
            <a:ext cx="62188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50" dirty="0">
                <a:latin typeface="Gadugi" panose="020B0502040204020203"/>
                <a:cs typeface="Gadugi" panose="020B0502040204020203"/>
              </a:rPr>
              <a:t>1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1913714" y="612209"/>
            <a:ext cx="1661237" cy="209021"/>
          </a:xfrm>
          <a:custGeom>
            <a:avLst/>
            <a:gdLst/>
            <a:ahLst/>
            <a:cxnLst/>
            <a:rect l="l" t="t" r="r" b="b"/>
            <a:pathLst>
              <a:path w="1831975" h="230505">
                <a:moveTo>
                  <a:pt x="1831847" y="230124"/>
                </a:moveTo>
                <a:lnTo>
                  <a:pt x="0" y="230124"/>
                </a:lnTo>
                <a:lnTo>
                  <a:pt x="0" y="0"/>
                </a:lnTo>
                <a:lnTo>
                  <a:pt x="1831847" y="0"/>
                </a:lnTo>
                <a:lnTo>
                  <a:pt x="1831847" y="230124"/>
                </a:lnTo>
                <a:close/>
              </a:path>
            </a:pathLst>
          </a:custGeom>
          <a:solidFill>
            <a:srgbClr val="BFBFBF"/>
          </a:solidFill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6" name="object 6"/>
          <p:cNvSpPr txBox="1"/>
          <p:nvPr/>
        </p:nvSpPr>
        <p:spPr>
          <a:xfrm>
            <a:off x="1932604" y="599353"/>
            <a:ext cx="848757" cy="165100"/>
          </a:xfrm>
          <a:prstGeom prst="rect">
            <a:avLst/>
          </a:prstGeom>
        </p:spPr>
        <p:txBody>
          <a:bodyPr vert="horz" wrap="square" lIns="0" tIns="11516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95" b="1" dirty="0">
                <a:latin typeface="Calibri" panose="020F0502020204030204"/>
                <a:cs typeface="Calibri" panose="020F0502020204030204"/>
              </a:rPr>
              <a:t>Initiation</a:t>
            </a:r>
            <a:r>
              <a:rPr sz="995" b="1" spc="-55" dirty="0">
                <a:latin typeface="Calibri" panose="020F0502020204030204"/>
                <a:cs typeface="Calibri" panose="020F0502020204030204"/>
              </a:rPr>
              <a:t> </a:t>
            </a:r>
            <a:r>
              <a:rPr sz="995" b="1" spc="-10" dirty="0">
                <a:latin typeface="Calibri" panose="020F0502020204030204"/>
                <a:cs typeface="Calibri" panose="020F0502020204030204"/>
              </a:rPr>
              <a:t>Phase</a:t>
            </a:r>
            <a:endParaRPr sz="995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758455" y="819238"/>
            <a:ext cx="62188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50" dirty="0">
                <a:latin typeface="Gadugi" panose="020B0502040204020203"/>
                <a:cs typeface="Gadugi" panose="020B0502040204020203"/>
              </a:rPr>
              <a:t>2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22431" y="810208"/>
            <a:ext cx="779083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Project</a:t>
            </a:r>
            <a:r>
              <a:rPr sz="590" spc="9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Kickoff</a:t>
            </a:r>
            <a:r>
              <a:rPr sz="590" spc="11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Meeting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758455" y="978160"/>
            <a:ext cx="62188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50" dirty="0">
                <a:latin typeface="Gadugi" panose="020B0502040204020203"/>
                <a:cs typeface="Gadugi" panose="020B0502040204020203"/>
              </a:rPr>
              <a:t>3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022431" y="969115"/>
            <a:ext cx="740503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spc="10" dirty="0">
                <a:latin typeface="Calibri" panose="020F0502020204030204"/>
                <a:cs typeface="Calibri" panose="020F0502020204030204"/>
              </a:rPr>
              <a:t>Communication</a:t>
            </a:r>
            <a:r>
              <a:rPr sz="590" spc="10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Setup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758455" y="1137080"/>
            <a:ext cx="62188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50" dirty="0">
                <a:latin typeface="Gadugi" panose="020B0502040204020203"/>
                <a:cs typeface="Gadugi" panose="020B0502040204020203"/>
              </a:rPr>
              <a:t>4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022431" y="1128061"/>
            <a:ext cx="749140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spc="10" dirty="0">
                <a:latin typeface="Calibri" panose="020F0502020204030204"/>
                <a:cs typeface="Calibri" panose="020F0502020204030204"/>
              </a:rPr>
              <a:t>Information</a:t>
            </a:r>
            <a:r>
              <a:rPr sz="590" spc="8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Gathering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1758455" y="1294637"/>
            <a:ext cx="62188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50" dirty="0">
                <a:latin typeface="Gadugi" panose="020B0502040204020203"/>
                <a:cs typeface="Gadugi" panose="020B0502040204020203"/>
              </a:rPr>
              <a:t>5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022431" y="1285575"/>
            <a:ext cx="747988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Initial</a:t>
            </a:r>
            <a:r>
              <a:rPr sz="590" spc="7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Risk</a:t>
            </a:r>
            <a:r>
              <a:rPr sz="590" spc="8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Assessment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758455" y="1453558"/>
            <a:ext cx="62188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50" dirty="0">
                <a:latin typeface="Gadugi" panose="020B0502040204020203"/>
                <a:cs typeface="Gadugi" panose="020B0502040204020203"/>
              </a:rPr>
              <a:t>6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022431" y="1444521"/>
            <a:ext cx="785417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Initiation</a:t>
            </a:r>
            <a:r>
              <a:rPr sz="590" spc="14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Phase</a:t>
            </a:r>
            <a:r>
              <a:rPr sz="590" spc="10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Finalize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758455" y="1612478"/>
            <a:ext cx="62188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50" dirty="0">
                <a:latin typeface="Gadugi" panose="020B0502040204020203"/>
                <a:cs typeface="Gadugi" panose="020B0502040204020203"/>
              </a:rPr>
              <a:t>7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1913714" y="1614135"/>
            <a:ext cx="1661237" cy="184262"/>
          </a:xfrm>
          <a:custGeom>
            <a:avLst/>
            <a:gdLst/>
            <a:ahLst/>
            <a:cxnLst/>
            <a:rect l="l" t="t" r="r" b="b"/>
            <a:pathLst>
              <a:path w="1831975" h="203200">
                <a:moveTo>
                  <a:pt x="1831847" y="202691"/>
                </a:moveTo>
                <a:lnTo>
                  <a:pt x="0" y="202691"/>
                </a:lnTo>
                <a:lnTo>
                  <a:pt x="0" y="0"/>
                </a:lnTo>
                <a:lnTo>
                  <a:pt x="1831847" y="0"/>
                </a:lnTo>
                <a:lnTo>
                  <a:pt x="1831847" y="202691"/>
                </a:lnTo>
                <a:close/>
              </a:path>
            </a:pathLst>
          </a:custGeom>
          <a:solidFill>
            <a:srgbClr val="BFBFBF"/>
          </a:solidFill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19" name="object 19"/>
          <p:cNvSpPr txBox="1"/>
          <p:nvPr/>
        </p:nvSpPr>
        <p:spPr>
          <a:xfrm>
            <a:off x="1932593" y="1601369"/>
            <a:ext cx="727835" cy="145415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860" b="1" dirty="0">
                <a:latin typeface="Calibri" panose="020F0502020204030204"/>
                <a:cs typeface="Calibri" panose="020F0502020204030204"/>
              </a:rPr>
              <a:t>Planning</a:t>
            </a:r>
            <a:r>
              <a:rPr sz="860" b="1" spc="15" dirty="0">
                <a:latin typeface="Calibri" panose="020F0502020204030204"/>
                <a:cs typeface="Calibri" panose="020F0502020204030204"/>
              </a:rPr>
              <a:t> </a:t>
            </a:r>
            <a:r>
              <a:rPr sz="860" b="1" spc="-10" dirty="0">
                <a:latin typeface="Calibri" panose="020F0502020204030204"/>
                <a:cs typeface="Calibri" panose="020F0502020204030204"/>
              </a:rPr>
              <a:t>Phase</a:t>
            </a:r>
            <a:endParaRPr sz="86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758455" y="1796282"/>
            <a:ext cx="62188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50" dirty="0">
                <a:latin typeface="Gadugi" panose="020B0502040204020203"/>
                <a:cs typeface="Gadugi" panose="020B0502040204020203"/>
              </a:rPr>
              <a:t>8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2022431" y="1787239"/>
            <a:ext cx="799812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Planning</a:t>
            </a:r>
            <a:r>
              <a:rPr sz="590" spc="12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Phase</a:t>
            </a:r>
            <a:r>
              <a:rPr sz="590" spc="13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Meeting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758455" y="1955203"/>
            <a:ext cx="62188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50" dirty="0">
                <a:latin typeface="Gadugi" panose="020B0502040204020203"/>
                <a:cs typeface="Gadugi" panose="020B0502040204020203"/>
              </a:rPr>
              <a:t>9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022431" y="1946185"/>
            <a:ext cx="1477551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Defining</a:t>
            </a:r>
            <a:r>
              <a:rPr sz="590" spc="9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Platform</a:t>
            </a:r>
            <a:r>
              <a:rPr sz="590" spc="11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Overview</a:t>
            </a:r>
            <a:r>
              <a:rPr sz="590" spc="10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&amp;</a:t>
            </a:r>
            <a:r>
              <a:rPr sz="590" spc="9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Related</a:t>
            </a:r>
            <a:r>
              <a:rPr sz="590" spc="12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20" dirty="0">
                <a:latin typeface="Calibri" panose="020F0502020204030204"/>
                <a:cs typeface="Calibri" panose="020F0502020204030204"/>
              </a:rPr>
              <a:t>Works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740506" y="2112754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10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022431" y="2103699"/>
            <a:ext cx="724380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spc="10" dirty="0">
                <a:latin typeface="Calibri" panose="020F0502020204030204"/>
                <a:cs typeface="Calibri" panose="020F0502020204030204"/>
              </a:rPr>
              <a:t>Requirement</a:t>
            </a:r>
            <a:r>
              <a:rPr sz="590" spc="7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Analysis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1740506" y="2271683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11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022431" y="2262644"/>
            <a:ext cx="1456821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Defining</a:t>
            </a:r>
            <a:r>
              <a:rPr sz="590" spc="7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Domain</a:t>
            </a:r>
            <a:r>
              <a:rPr sz="590" spc="8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Analysis</a:t>
            </a:r>
            <a:r>
              <a:rPr sz="590" spc="7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&amp;</a:t>
            </a:r>
            <a:r>
              <a:rPr sz="590" spc="10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Risk</a:t>
            </a:r>
            <a:r>
              <a:rPr sz="590" spc="10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Assessment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740506" y="2430591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12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2022431" y="2421551"/>
            <a:ext cx="1071023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spc="10" dirty="0">
                <a:latin typeface="Calibri" panose="020F0502020204030204"/>
                <a:cs typeface="Calibri" panose="020F0502020204030204"/>
              </a:rPr>
              <a:t>Feasibility</a:t>
            </a:r>
            <a:r>
              <a:rPr sz="590" spc="4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10" dirty="0">
                <a:latin typeface="Calibri" panose="020F0502020204030204"/>
                <a:cs typeface="Calibri" panose="020F0502020204030204"/>
              </a:rPr>
              <a:t>StudyFeasibility</a:t>
            </a:r>
            <a:r>
              <a:rPr sz="590" spc="4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20" dirty="0">
                <a:latin typeface="Calibri" panose="020F0502020204030204"/>
                <a:cs typeface="Calibri" panose="020F0502020204030204"/>
              </a:rPr>
              <a:t>Study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740506" y="2589521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13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2022431" y="2580488"/>
            <a:ext cx="761231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Quality</a:t>
            </a:r>
            <a:r>
              <a:rPr sz="590" spc="12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Assurance</a:t>
            </a:r>
            <a:r>
              <a:rPr sz="590" spc="14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20" dirty="0">
                <a:latin typeface="Calibri" panose="020F0502020204030204"/>
                <a:cs typeface="Calibri" panose="020F0502020204030204"/>
              </a:rPr>
              <a:t>Plan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1740506" y="2748472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14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2022431" y="2739401"/>
            <a:ext cx="771597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Planning</a:t>
            </a:r>
            <a:r>
              <a:rPr sz="590" spc="12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Phase</a:t>
            </a:r>
            <a:r>
              <a:rPr sz="590" spc="13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Finalize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740506" y="2906002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15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1913714" y="2909035"/>
            <a:ext cx="1661237" cy="182535"/>
          </a:xfrm>
          <a:custGeom>
            <a:avLst/>
            <a:gdLst/>
            <a:ahLst/>
            <a:cxnLst/>
            <a:rect l="l" t="t" r="r" b="b"/>
            <a:pathLst>
              <a:path w="1831975" h="201295">
                <a:moveTo>
                  <a:pt x="1831847" y="201168"/>
                </a:moveTo>
                <a:lnTo>
                  <a:pt x="0" y="201168"/>
                </a:lnTo>
                <a:lnTo>
                  <a:pt x="0" y="0"/>
                </a:lnTo>
                <a:lnTo>
                  <a:pt x="1831847" y="0"/>
                </a:lnTo>
                <a:lnTo>
                  <a:pt x="1831847" y="201168"/>
                </a:lnTo>
                <a:close/>
              </a:path>
            </a:pathLst>
          </a:custGeom>
          <a:solidFill>
            <a:srgbClr val="BFBFBF"/>
          </a:solidFill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36" name="object 36"/>
          <p:cNvSpPr txBox="1"/>
          <p:nvPr/>
        </p:nvSpPr>
        <p:spPr>
          <a:xfrm>
            <a:off x="1932593" y="2894877"/>
            <a:ext cx="777355" cy="145415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860" b="1" dirty="0">
                <a:latin typeface="Calibri" panose="020F0502020204030204"/>
                <a:cs typeface="Calibri" panose="020F0502020204030204"/>
              </a:rPr>
              <a:t>Designing</a:t>
            </a:r>
            <a:r>
              <a:rPr sz="860" b="1" spc="40" dirty="0">
                <a:latin typeface="Calibri" panose="020F0502020204030204"/>
                <a:cs typeface="Calibri" panose="020F0502020204030204"/>
              </a:rPr>
              <a:t> </a:t>
            </a:r>
            <a:r>
              <a:rPr sz="860" b="1" spc="-10" dirty="0">
                <a:latin typeface="Calibri" panose="020F0502020204030204"/>
                <a:cs typeface="Calibri" panose="020F0502020204030204"/>
              </a:rPr>
              <a:t>Phase</a:t>
            </a:r>
            <a:endParaRPr sz="86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1740506" y="3089801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16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2022431" y="3080778"/>
            <a:ext cx="834937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Designing</a:t>
            </a:r>
            <a:r>
              <a:rPr sz="590" spc="11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Phase</a:t>
            </a:r>
            <a:r>
              <a:rPr sz="590" spc="13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Meeting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1740506" y="3248731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17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2022431" y="3239665"/>
            <a:ext cx="506720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b="1" dirty="0">
                <a:latin typeface="Calibri" panose="020F0502020204030204"/>
                <a:cs typeface="Calibri" panose="020F0502020204030204"/>
              </a:rPr>
              <a:t>UML</a:t>
            </a:r>
            <a:r>
              <a:rPr sz="590" b="1" spc="6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b="1" spc="-10" dirty="0">
                <a:latin typeface="Calibri" panose="020F0502020204030204"/>
                <a:cs typeface="Calibri" panose="020F0502020204030204"/>
              </a:rPr>
              <a:t>Diagrams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740506" y="3407638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18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2112268" y="3398626"/>
            <a:ext cx="563151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System</a:t>
            </a:r>
            <a:r>
              <a:rPr sz="590" spc="6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Use</a:t>
            </a:r>
            <a:r>
              <a:rPr sz="590" spc="8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20" dirty="0">
                <a:latin typeface="Calibri" panose="020F0502020204030204"/>
                <a:cs typeface="Calibri" panose="020F0502020204030204"/>
              </a:rPr>
              <a:t>Case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3" name="object 43"/>
          <p:cNvSpPr txBox="1"/>
          <p:nvPr/>
        </p:nvSpPr>
        <p:spPr>
          <a:xfrm>
            <a:off x="1740506" y="3565191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19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2112268" y="3556134"/>
            <a:ext cx="585032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Activity</a:t>
            </a:r>
            <a:r>
              <a:rPr sz="590" spc="12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Diagrams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1740506" y="3724119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20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2112268" y="3715070"/>
            <a:ext cx="676587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System</a:t>
            </a:r>
            <a:r>
              <a:rPr sz="590" spc="8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Architecture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740506" y="3883049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21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2112268" y="3873983"/>
            <a:ext cx="658737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Sequence</a:t>
            </a:r>
            <a:r>
              <a:rPr sz="590" spc="13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Diagrams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1740506" y="4042000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22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2112268" y="4032943"/>
            <a:ext cx="768718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ER</a:t>
            </a:r>
            <a:r>
              <a:rPr sz="590" spc="6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&amp;</a:t>
            </a:r>
            <a:r>
              <a:rPr sz="590" spc="8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Schame</a:t>
            </a:r>
            <a:r>
              <a:rPr sz="590" spc="5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Diagrams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1740506" y="4200908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23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2112268" y="4191831"/>
            <a:ext cx="473899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Class</a:t>
            </a:r>
            <a:r>
              <a:rPr sz="590" spc="6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Diagram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1740506" y="4358438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24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2022431" y="4349389"/>
            <a:ext cx="719773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UX</a:t>
            </a:r>
            <a:r>
              <a:rPr sz="590" spc="6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UI</a:t>
            </a:r>
            <a:r>
              <a:rPr sz="590" spc="7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Design</a:t>
            </a:r>
            <a:r>
              <a:rPr sz="590" spc="5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Mockup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1740506" y="4517389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25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2022431" y="4508300"/>
            <a:ext cx="806722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Designing</a:t>
            </a:r>
            <a:r>
              <a:rPr sz="590" spc="11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dirty="0">
                <a:latin typeface="Calibri" panose="020F0502020204030204"/>
                <a:cs typeface="Calibri" panose="020F0502020204030204"/>
              </a:rPr>
              <a:t>Phase</a:t>
            </a:r>
            <a:r>
              <a:rPr sz="590" spc="13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Finalize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1740506" y="4676319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26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58" name="object 58"/>
          <p:cNvSpPr/>
          <p:nvPr/>
        </p:nvSpPr>
        <p:spPr>
          <a:xfrm>
            <a:off x="1913714" y="4677950"/>
            <a:ext cx="1661237" cy="184262"/>
          </a:xfrm>
          <a:custGeom>
            <a:avLst/>
            <a:gdLst/>
            <a:ahLst/>
            <a:cxnLst/>
            <a:rect l="l" t="t" r="r" b="b"/>
            <a:pathLst>
              <a:path w="1831975" h="203200">
                <a:moveTo>
                  <a:pt x="1831847" y="202692"/>
                </a:moveTo>
                <a:lnTo>
                  <a:pt x="0" y="202692"/>
                </a:lnTo>
                <a:lnTo>
                  <a:pt x="0" y="0"/>
                </a:lnTo>
                <a:lnTo>
                  <a:pt x="1831847" y="0"/>
                </a:lnTo>
                <a:lnTo>
                  <a:pt x="1831847" y="202692"/>
                </a:lnTo>
                <a:close/>
              </a:path>
            </a:pathLst>
          </a:custGeom>
          <a:solidFill>
            <a:srgbClr val="BFBFBF"/>
          </a:solidFill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59" name="object 59"/>
          <p:cNvSpPr txBox="1"/>
          <p:nvPr/>
        </p:nvSpPr>
        <p:spPr>
          <a:xfrm>
            <a:off x="1932593" y="4665158"/>
            <a:ext cx="955859" cy="145415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860" b="1" dirty="0">
                <a:latin typeface="Calibri" panose="020F0502020204030204"/>
                <a:cs typeface="Calibri" panose="020F0502020204030204"/>
              </a:rPr>
              <a:t>Development</a:t>
            </a:r>
            <a:r>
              <a:rPr sz="860" b="1" spc="65" dirty="0">
                <a:latin typeface="Calibri" panose="020F0502020204030204"/>
                <a:cs typeface="Calibri" panose="020F0502020204030204"/>
              </a:rPr>
              <a:t> </a:t>
            </a:r>
            <a:r>
              <a:rPr sz="860" b="1" spc="-20" dirty="0">
                <a:latin typeface="Calibri" panose="020F0502020204030204"/>
                <a:cs typeface="Calibri" panose="020F0502020204030204"/>
              </a:rPr>
              <a:t>Phase</a:t>
            </a:r>
            <a:endParaRPr sz="86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1740506" y="4860118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27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61" name="object 61"/>
          <p:cNvSpPr txBox="1"/>
          <p:nvPr/>
        </p:nvSpPr>
        <p:spPr>
          <a:xfrm>
            <a:off x="2022431" y="4851057"/>
            <a:ext cx="957586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spc="10" dirty="0">
                <a:latin typeface="Calibri" panose="020F0502020204030204"/>
                <a:cs typeface="Calibri" panose="020F0502020204030204"/>
              </a:rPr>
              <a:t>Development</a:t>
            </a:r>
            <a:r>
              <a:rPr sz="590" spc="6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10" dirty="0">
                <a:latin typeface="Calibri" panose="020F0502020204030204"/>
                <a:cs typeface="Calibri" panose="020F0502020204030204"/>
              </a:rPr>
              <a:t>Phase</a:t>
            </a:r>
            <a:r>
              <a:rPr sz="590" spc="5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Meeting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2" name="object 62"/>
          <p:cNvSpPr txBox="1"/>
          <p:nvPr/>
        </p:nvSpPr>
        <p:spPr>
          <a:xfrm>
            <a:off x="1740506" y="5019047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28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63" name="object 63"/>
          <p:cNvSpPr txBox="1"/>
          <p:nvPr/>
        </p:nvSpPr>
        <p:spPr>
          <a:xfrm>
            <a:off x="2022431" y="5009969"/>
            <a:ext cx="775627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spc="10" dirty="0">
                <a:latin typeface="Calibri" panose="020F0502020204030204"/>
                <a:cs typeface="Calibri" panose="020F0502020204030204"/>
              </a:rPr>
              <a:t>Frontend</a:t>
            </a:r>
            <a:r>
              <a:rPr sz="590" spc="8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Development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1740506" y="5176555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29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65" name="object 65"/>
          <p:cNvSpPr txBox="1"/>
          <p:nvPr/>
        </p:nvSpPr>
        <p:spPr>
          <a:xfrm>
            <a:off x="2022431" y="5167526"/>
            <a:ext cx="751443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dirty="0">
                <a:latin typeface="Calibri" panose="020F0502020204030204"/>
                <a:cs typeface="Calibri" panose="020F0502020204030204"/>
              </a:rPr>
              <a:t>Backend</a:t>
            </a:r>
            <a:r>
              <a:rPr sz="590" spc="12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Development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6" name="object 66"/>
          <p:cNvSpPr txBox="1"/>
          <p:nvPr/>
        </p:nvSpPr>
        <p:spPr>
          <a:xfrm>
            <a:off x="1740506" y="5335507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30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67" name="object 67"/>
          <p:cNvSpPr txBox="1"/>
          <p:nvPr/>
        </p:nvSpPr>
        <p:spPr>
          <a:xfrm>
            <a:off x="2022431" y="5326414"/>
            <a:ext cx="929371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spc="10" dirty="0">
                <a:latin typeface="Calibri" panose="020F0502020204030204"/>
                <a:cs typeface="Calibri" panose="020F0502020204030204"/>
              </a:rPr>
              <a:t>Development</a:t>
            </a:r>
            <a:r>
              <a:rPr sz="590" spc="65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10" dirty="0">
                <a:latin typeface="Calibri" panose="020F0502020204030204"/>
                <a:cs typeface="Calibri" panose="020F0502020204030204"/>
              </a:rPr>
              <a:t>Phase</a:t>
            </a:r>
            <a:r>
              <a:rPr sz="590" spc="50" dirty="0">
                <a:latin typeface="Calibri" panose="020F0502020204030204"/>
                <a:cs typeface="Calibri" panose="020F0502020204030204"/>
              </a:rPr>
              <a:t> </a:t>
            </a:r>
            <a:r>
              <a:rPr sz="590" spc="-10" dirty="0">
                <a:latin typeface="Calibri" panose="020F0502020204030204"/>
                <a:cs typeface="Calibri" panose="020F0502020204030204"/>
              </a:rPr>
              <a:t>Finalize</a:t>
            </a:r>
            <a:endParaRPr sz="590">
              <a:latin typeface="Calibri" panose="020F0502020204030204"/>
              <a:cs typeface="Calibri" panose="020F0502020204030204"/>
            </a:endParaRPr>
          </a:p>
        </p:txBody>
      </p:sp>
      <p:sp>
        <p:nvSpPr>
          <p:cNvPr id="68" name="object 68"/>
          <p:cNvSpPr txBox="1"/>
          <p:nvPr/>
        </p:nvSpPr>
        <p:spPr>
          <a:xfrm>
            <a:off x="1740506" y="5494436"/>
            <a:ext cx="99041" cy="97790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545" spc="-25" dirty="0">
                <a:latin typeface="Gadugi" panose="020B0502040204020203"/>
                <a:cs typeface="Gadugi" panose="020B0502040204020203"/>
              </a:rPr>
              <a:t>31</a:t>
            </a:r>
            <a:endParaRPr sz="545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69" name="object 69"/>
          <p:cNvSpPr/>
          <p:nvPr/>
        </p:nvSpPr>
        <p:spPr>
          <a:xfrm>
            <a:off x="1913714" y="5496074"/>
            <a:ext cx="1661237" cy="184262"/>
          </a:xfrm>
          <a:custGeom>
            <a:avLst/>
            <a:gdLst/>
            <a:ahLst/>
            <a:cxnLst/>
            <a:rect l="l" t="t" r="r" b="b"/>
            <a:pathLst>
              <a:path w="1831975" h="203200">
                <a:moveTo>
                  <a:pt x="1831847" y="202691"/>
                </a:moveTo>
                <a:lnTo>
                  <a:pt x="0" y="202691"/>
                </a:lnTo>
                <a:lnTo>
                  <a:pt x="0" y="0"/>
                </a:lnTo>
                <a:lnTo>
                  <a:pt x="1831847" y="0"/>
                </a:lnTo>
                <a:lnTo>
                  <a:pt x="1831847" y="202691"/>
                </a:lnTo>
                <a:close/>
              </a:path>
            </a:pathLst>
          </a:custGeom>
          <a:solidFill>
            <a:srgbClr val="BFBFBF"/>
          </a:solidFill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70" name="object 70"/>
          <p:cNvSpPr txBox="1"/>
          <p:nvPr/>
        </p:nvSpPr>
        <p:spPr>
          <a:xfrm>
            <a:off x="1932593" y="5483257"/>
            <a:ext cx="1279469" cy="145415"/>
          </a:xfrm>
          <a:prstGeom prst="rect">
            <a:avLst/>
          </a:prstGeom>
        </p:spPr>
        <p:txBody>
          <a:bodyPr vert="horz" wrap="square" lIns="0" tIns="138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860" dirty="0">
                <a:latin typeface="Calibri" panose="020F0502020204030204"/>
                <a:cs typeface="Calibri" panose="020F0502020204030204"/>
              </a:rPr>
              <a:t>Deployment</a:t>
            </a:r>
            <a:r>
              <a:rPr sz="860" spc="35" dirty="0">
                <a:latin typeface="Calibri" panose="020F0502020204030204"/>
                <a:cs typeface="Calibri" panose="020F0502020204030204"/>
              </a:rPr>
              <a:t> </a:t>
            </a:r>
            <a:r>
              <a:rPr sz="860" dirty="0">
                <a:latin typeface="Calibri" panose="020F0502020204030204"/>
                <a:cs typeface="Calibri" panose="020F0502020204030204"/>
              </a:rPr>
              <a:t>and</a:t>
            </a:r>
            <a:r>
              <a:rPr sz="860" spc="30" dirty="0">
                <a:latin typeface="Calibri" panose="020F0502020204030204"/>
                <a:cs typeface="Calibri" panose="020F0502020204030204"/>
              </a:rPr>
              <a:t> </a:t>
            </a:r>
            <a:r>
              <a:rPr sz="860" spc="-10" dirty="0">
                <a:latin typeface="Calibri" panose="020F0502020204030204"/>
                <a:cs typeface="Calibri" panose="020F0502020204030204"/>
              </a:rPr>
              <a:t>Evaluation</a:t>
            </a:r>
            <a:endParaRPr sz="860">
              <a:latin typeface="Calibri" panose="020F0502020204030204"/>
              <a:cs typeface="Calibri" panose="020F0502020204030204"/>
            </a:endParaRPr>
          </a:p>
        </p:txBody>
      </p:sp>
      <p:grpSp>
        <p:nvGrpSpPr>
          <p:cNvPr id="71" name="object 71"/>
          <p:cNvGrpSpPr/>
          <p:nvPr/>
        </p:nvGrpSpPr>
        <p:grpSpPr>
          <a:xfrm>
            <a:off x="3826957" y="1016348"/>
            <a:ext cx="81766" cy="55854"/>
            <a:chOff x="2844450" y="1120806"/>
            <a:chExt cx="90170" cy="61594"/>
          </a:xfrm>
        </p:grpSpPr>
        <p:sp>
          <p:nvSpPr>
            <p:cNvPr id="72" name="object 72"/>
            <p:cNvSpPr/>
            <p:nvPr/>
          </p:nvSpPr>
          <p:spPr>
            <a:xfrm>
              <a:off x="2846832" y="1123188"/>
              <a:ext cx="85725" cy="56515"/>
            </a:xfrm>
            <a:custGeom>
              <a:avLst/>
              <a:gdLst/>
              <a:ahLst/>
              <a:cxnLst/>
              <a:rect l="l" t="t" r="r" b="b"/>
              <a:pathLst>
                <a:path w="85725" h="56515">
                  <a:moveTo>
                    <a:pt x="85343" y="56387"/>
                  </a:moveTo>
                  <a:lnTo>
                    <a:pt x="0" y="56387"/>
                  </a:lnTo>
                  <a:lnTo>
                    <a:pt x="0" y="0"/>
                  </a:lnTo>
                  <a:lnTo>
                    <a:pt x="85343" y="0"/>
                  </a:lnTo>
                  <a:lnTo>
                    <a:pt x="85343" y="56387"/>
                  </a:lnTo>
                  <a:close/>
                </a:path>
              </a:pathLst>
            </a:custGeom>
            <a:solidFill>
              <a:srgbClr val="ED7C31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73" name="object 73"/>
            <p:cNvSpPr/>
            <p:nvPr/>
          </p:nvSpPr>
          <p:spPr>
            <a:xfrm>
              <a:off x="2846832" y="1123188"/>
              <a:ext cx="85725" cy="56515"/>
            </a:xfrm>
            <a:custGeom>
              <a:avLst/>
              <a:gdLst/>
              <a:ahLst/>
              <a:cxnLst/>
              <a:rect l="l" t="t" r="r" b="b"/>
              <a:pathLst>
                <a:path w="85725" h="56515">
                  <a:moveTo>
                    <a:pt x="0" y="0"/>
                  </a:moveTo>
                  <a:lnTo>
                    <a:pt x="85343" y="0"/>
                  </a:lnTo>
                  <a:lnTo>
                    <a:pt x="85343" y="56387"/>
                  </a:lnTo>
                  <a:lnTo>
                    <a:pt x="0" y="56387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ED7C31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</p:grpSp>
      <p:grpSp>
        <p:nvGrpSpPr>
          <p:cNvPr id="74" name="object 74"/>
          <p:cNvGrpSpPr/>
          <p:nvPr/>
        </p:nvGrpSpPr>
        <p:grpSpPr>
          <a:xfrm>
            <a:off x="4740436" y="1834471"/>
            <a:ext cx="57006" cy="55854"/>
            <a:chOff x="3851814" y="2023014"/>
            <a:chExt cx="62865" cy="61594"/>
          </a:xfrm>
        </p:grpSpPr>
        <p:sp>
          <p:nvSpPr>
            <p:cNvPr id="75" name="object 75"/>
            <p:cNvSpPr/>
            <p:nvPr/>
          </p:nvSpPr>
          <p:spPr>
            <a:xfrm>
              <a:off x="3854196" y="2025395"/>
              <a:ext cx="58419" cy="56515"/>
            </a:xfrm>
            <a:custGeom>
              <a:avLst/>
              <a:gdLst/>
              <a:ahLst/>
              <a:cxnLst/>
              <a:rect l="l" t="t" r="r" b="b"/>
              <a:pathLst>
                <a:path w="58420" h="56514">
                  <a:moveTo>
                    <a:pt x="57911" y="56387"/>
                  </a:moveTo>
                  <a:lnTo>
                    <a:pt x="0" y="56387"/>
                  </a:lnTo>
                  <a:lnTo>
                    <a:pt x="0" y="0"/>
                  </a:lnTo>
                  <a:lnTo>
                    <a:pt x="57911" y="0"/>
                  </a:lnTo>
                  <a:lnTo>
                    <a:pt x="57911" y="56387"/>
                  </a:lnTo>
                  <a:close/>
                </a:path>
              </a:pathLst>
            </a:custGeom>
            <a:solidFill>
              <a:srgbClr val="89BAED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76" name="object 76"/>
            <p:cNvSpPr/>
            <p:nvPr/>
          </p:nvSpPr>
          <p:spPr>
            <a:xfrm>
              <a:off x="3854196" y="2025395"/>
              <a:ext cx="58419" cy="56515"/>
            </a:xfrm>
            <a:custGeom>
              <a:avLst/>
              <a:gdLst/>
              <a:ahLst/>
              <a:cxnLst/>
              <a:rect l="l" t="t" r="r" b="b"/>
              <a:pathLst>
                <a:path w="58420" h="56514">
                  <a:moveTo>
                    <a:pt x="0" y="0"/>
                  </a:moveTo>
                  <a:lnTo>
                    <a:pt x="57911" y="0"/>
                  </a:lnTo>
                  <a:lnTo>
                    <a:pt x="57911" y="56387"/>
                  </a:lnTo>
                  <a:lnTo>
                    <a:pt x="0" y="56387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89BAE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</p:grpSp>
      <p:grpSp>
        <p:nvGrpSpPr>
          <p:cNvPr id="77" name="object 77"/>
          <p:cNvGrpSpPr/>
          <p:nvPr/>
        </p:nvGrpSpPr>
        <p:grpSpPr>
          <a:xfrm>
            <a:off x="1663089" y="414618"/>
            <a:ext cx="8864728" cy="5267589"/>
            <a:chOff x="458184" y="457231"/>
            <a:chExt cx="9775825" cy="5808980"/>
          </a:xfrm>
        </p:grpSpPr>
        <p:sp>
          <p:nvSpPr>
            <p:cNvPr id="78" name="object 78"/>
            <p:cNvSpPr/>
            <p:nvPr/>
          </p:nvSpPr>
          <p:spPr>
            <a:xfrm>
              <a:off x="459771" y="674846"/>
              <a:ext cx="2107565" cy="0"/>
            </a:xfrm>
            <a:custGeom>
              <a:avLst/>
              <a:gdLst/>
              <a:ahLst/>
              <a:cxnLst/>
              <a:rect l="l" t="t" r="r" b="b"/>
              <a:pathLst>
                <a:path w="2107565">
                  <a:moveTo>
                    <a:pt x="0" y="0"/>
                  </a:moveTo>
                  <a:lnTo>
                    <a:pt x="2107406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79" name="object 79"/>
            <p:cNvSpPr/>
            <p:nvPr/>
          </p:nvSpPr>
          <p:spPr>
            <a:xfrm>
              <a:off x="459771" y="6263545"/>
              <a:ext cx="2107565" cy="0"/>
            </a:xfrm>
            <a:custGeom>
              <a:avLst/>
              <a:gdLst/>
              <a:ahLst/>
              <a:cxnLst/>
              <a:rect l="l" t="t" r="r" b="b"/>
              <a:pathLst>
                <a:path w="2107565">
                  <a:moveTo>
                    <a:pt x="0" y="0"/>
                  </a:moveTo>
                  <a:lnTo>
                    <a:pt x="2107406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80" name="object 80"/>
            <p:cNvSpPr/>
            <p:nvPr/>
          </p:nvSpPr>
          <p:spPr>
            <a:xfrm>
              <a:off x="459771" y="905637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81" name="object 81"/>
            <p:cNvSpPr/>
            <p:nvPr/>
          </p:nvSpPr>
          <p:spPr>
            <a:xfrm>
              <a:off x="459771" y="1080611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82" name="object 82"/>
            <p:cNvSpPr/>
            <p:nvPr/>
          </p:nvSpPr>
          <p:spPr>
            <a:xfrm>
              <a:off x="459771" y="1255585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83" name="object 83"/>
            <p:cNvSpPr/>
            <p:nvPr/>
          </p:nvSpPr>
          <p:spPr>
            <a:xfrm>
              <a:off x="459771" y="1430464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84" name="object 84"/>
            <p:cNvSpPr/>
            <p:nvPr/>
          </p:nvSpPr>
          <p:spPr>
            <a:xfrm>
              <a:off x="459771" y="1605438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85" name="object 85"/>
            <p:cNvSpPr/>
            <p:nvPr/>
          </p:nvSpPr>
          <p:spPr>
            <a:xfrm>
              <a:off x="459771" y="1780412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86" name="object 86"/>
            <p:cNvSpPr/>
            <p:nvPr/>
          </p:nvSpPr>
          <p:spPr>
            <a:xfrm>
              <a:off x="459771" y="1982724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87" name="object 87"/>
            <p:cNvSpPr/>
            <p:nvPr/>
          </p:nvSpPr>
          <p:spPr>
            <a:xfrm>
              <a:off x="459771" y="2157602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88" name="object 88"/>
            <p:cNvSpPr/>
            <p:nvPr/>
          </p:nvSpPr>
          <p:spPr>
            <a:xfrm>
              <a:off x="459771" y="2332577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89" name="object 89"/>
            <p:cNvSpPr/>
            <p:nvPr/>
          </p:nvSpPr>
          <p:spPr>
            <a:xfrm>
              <a:off x="459771" y="2507551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90" name="object 90"/>
            <p:cNvSpPr/>
            <p:nvPr/>
          </p:nvSpPr>
          <p:spPr>
            <a:xfrm>
              <a:off x="459771" y="2682430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91" name="object 91"/>
            <p:cNvSpPr/>
            <p:nvPr/>
          </p:nvSpPr>
          <p:spPr>
            <a:xfrm>
              <a:off x="459771" y="2857404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92" name="object 92"/>
            <p:cNvSpPr/>
            <p:nvPr/>
          </p:nvSpPr>
          <p:spPr>
            <a:xfrm>
              <a:off x="459771" y="3032378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93" name="object 93"/>
            <p:cNvSpPr/>
            <p:nvPr/>
          </p:nvSpPr>
          <p:spPr>
            <a:xfrm>
              <a:off x="459771" y="3207258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94" name="object 94"/>
            <p:cNvSpPr/>
            <p:nvPr/>
          </p:nvSpPr>
          <p:spPr>
            <a:xfrm>
              <a:off x="459771" y="3409664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95" name="object 95"/>
            <p:cNvSpPr/>
            <p:nvPr/>
          </p:nvSpPr>
          <p:spPr>
            <a:xfrm>
              <a:off x="459771" y="3584543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96" name="object 96"/>
            <p:cNvSpPr/>
            <p:nvPr/>
          </p:nvSpPr>
          <p:spPr>
            <a:xfrm>
              <a:off x="459771" y="3759517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97" name="object 97"/>
            <p:cNvSpPr/>
            <p:nvPr/>
          </p:nvSpPr>
          <p:spPr>
            <a:xfrm>
              <a:off x="459771" y="3934491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98" name="object 98"/>
            <p:cNvSpPr/>
            <p:nvPr/>
          </p:nvSpPr>
          <p:spPr>
            <a:xfrm>
              <a:off x="459771" y="4109370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99" name="object 99"/>
            <p:cNvSpPr/>
            <p:nvPr/>
          </p:nvSpPr>
          <p:spPr>
            <a:xfrm>
              <a:off x="459771" y="4284345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00" name="object 100"/>
            <p:cNvSpPr/>
            <p:nvPr/>
          </p:nvSpPr>
          <p:spPr>
            <a:xfrm>
              <a:off x="459771" y="4459319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01" name="object 101"/>
            <p:cNvSpPr/>
            <p:nvPr/>
          </p:nvSpPr>
          <p:spPr>
            <a:xfrm>
              <a:off x="459771" y="4634198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02" name="object 102"/>
            <p:cNvSpPr/>
            <p:nvPr/>
          </p:nvSpPr>
          <p:spPr>
            <a:xfrm>
              <a:off x="459771" y="4809172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03" name="object 103"/>
            <p:cNvSpPr/>
            <p:nvPr/>
          </p:nvSpPr>
          <p:spPr>
            <a:xfrm>
              <a:off x="459771" y="4984146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04" name="object 104"/>
            <p:cNvSpPr/>
            <p:nvPr/>
          </p:nvSpPr>
          <p:spPr>
            <a:xfrm>
              <a:off x="459771" y="5159025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05" name="object 105"/>
            <p:cNvSpPr/>
            <p:nvPr/>
          </p:nvSpPr>
          <p:spPr>
            <a:xfrm>
              <a:off x="459771" y="5361431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06" name="object 106"/>
            <p:cNvSpPr/>
            <p:nvPr/>
          </p:nvSpPr>
          <p:spPr>
            <a:xfrm>
              <a:off x="459771" y="5536310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07" name="object 107"/>
            <p:cNvSpPr/>
            <p:nvPr/>
          </p:nvSpPr>
          <p:spPr>
            <a:xfrm>
              <a:off x="459771" y="5711285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08" name="object 108"/>
            <p:cNvSpPr/>
            <p:nvPr/>
          </p:nvSpPr>
          <p:spPr>
            <a:xfrm>
              <a:off x="459771" y="5886259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09" name="object 109"/>
            <p:cNvSpPr/>
            <p:nvPr/>
          </p:nvSpPr>
          <p:spPr>
            <a:xfrm>
              <a:off x="459771" y="6061138"/>
              <a:ext cx="276225" cy="0"/>
            </a:xfrm>
            <a:custGeom>
              <a:avLst/>
              <a:gdLst/>
              <a:ahLst/>
              <a:cxnLst/>
              <a:rect l="l" t="t" r="r" b="b"/>
              <a:pathLst>
                <a:path w="276225">
                  <a:moveTo>
                    <a:pt x="0" y="0"/>
                  </a:moveTo>
                  <a:lnTo>
                    <a:pt x="276034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10" name="object 110"/>
            <p:cNvSpPr/>
            <p:nvPr/>
          </p:nvSpPr>
          <p:spPr>
            <a:xfrm>
              <a:off x="735806" y="674846"/>
              <a:ext cx="1831975" cy="5589270"/>
            </a:xfrm>
            <a:custGeom>
              <a:avLst/>
              <a:gdLst/>
              <a:ahLst/>
              <a:cxnLst/>
              <a:rect l="l" t="t" r="r" b="b"/>
              <a:pathLst>
                <a:path w="1831975" h="5589270">
                  <a:moveTo>
                    <a:pt x="1831371" y="0"/>
                  </a:moveTo>
                  <a:lnTo>
                    <a:pt x="1831371" y="5588698"/>
                  </a:lnTo>
                </a:path>
                <a:path w="1831975" h="5589270">
                  <a:moveTo>
                    <a:pt x="0" y="0"/>
                  </a:moveTo>
                  <a:lnTo>
                    <a:pt x="0" y="5588698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11" name="object 111"/>
            <p:cNvSpPr/>
            <p:nvPr/>
          </p:nvSpPr>
          <p:spPr>
            <a:xfrm>
              <a:off x="735806" y="458819"/>
              <a:ext cx="0" cy="216535"/>
            </a:xfrm>
            <a:custGeom>
              <a:avLst/>
              <a:gdLst/>
              <a:ahLst/>
              <a:cxnLst/>
              <a:rect l="l" t="t" r="r" b="b"/>
              <a:pathLst>
                <a:path h="216534">
                  <a:moveTo>
                    <a:pt x="0" y="0"/>
                  </a:moveTo>
                  <a:lnTo>
                    <a:pt x="0" y="216026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12" name="object 112"/>
            <p:cNvSpPr/>
            <p:nvPr/>
          </p:nvSpPr>
          <p:spPr>
            <a:xfrm>
              <a:off x="2567177" y="458819"/>
              <a:ext cx="0" cy="216535"/>
            </a:xfrm>
            <a:custGeom>
              <a:avLst/>
              <a:gdLst/>
              <a:ahLst/>
              <a:cxnLst/>
              <a:rect l="l" t="t" r="r" b="b"/>
              <a:pathLst>
                <a:path h="216534">
                  <a:moveTo>
                    <a:pt x="0" y="0"/>
                  </a:moveTo>
                  <a:lnTo>
                    <a:pt x="0" y="216026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13" name="object 113"/>
            <p:cNvSpPr/>
            <p:nvPr/>
          </p:nvSpPr>
          <p:spPr>
            <a:xfrm>
              <a:off x="737997" y="905637"/>
              <a:ext cx="1829435" cy="5155565"/>
            </a:xfrm>
            <a:custGeom>
              <a:avLst/>
              <a:gdLst/>
              <a:ahLst/>
              <a:cxnLst/>
              <a:rect l="l" t="t" r="r" b="b"/>
              <a:pathLst>
                <a:path w="1829435" h="5155565">
                  <a:moveTo>
                    <a:pt x="0" y="0"/>
                  </a:moveTo>
                  <a:lnTo>
                    <a:pt x="1829180" y="0"/>
                  </a:lnTo>
                </a:path>
                <a:path w="1829435" h="5155565">
                  <a:moveTo>
                    <a:pt x="0" y="174974"/>
                  </a:moveTo>
                  <a:lnTo>
                    <a:pt x="1829180" y="174974"/>
                  </a:lnTo>
                </a:path>
                <a:path w="1829435" h="5155565">
                  <a:moveTo>
                    <a:pt x="0" y="349948"/>
                  </a:moveTo>
                  <a:lnTo>
                    <a:pt x="1829180" y="349948"/>
                  </a:lnTo>
                </a:path>
                <a:path w="1829435" h="5155565">
                  <a:moveTo>
                    <a:pt x="0" y="524827"/>
                  </a:moveTo>
                  <a:lnTo>
                    <a:pt x="1829180" y="524827"/>
                  </a:lnTo>
                </a:path>
                <a:path w="1829435" h="5155565">
                  <a:moveTo>
                    <a:pt x="0" y="699801"/>
                  </a:moveTo>
                  <a:lnTo>
                    <a:pt x="1829180" y="699801"/>
                  </a:lnTo>
                </a:path>
                <a:path w="1829435" h="5155565">
                  <a:moveTo>
                    <a:pt x="0" y="874775"/>
                  </a:moveTo>
                  <a:lnTo>
                    <a:pt x="1829180" y="874775"/>
                  </a:lnTo>
                </a:path>
                <a:path w="1829435" h="5155565">
                  <a:moveTo>
                    <a:pt x="0" y="1077087"/>
                  </a:moveTo>
                  <a:lnTo>
                    <a:pt x="1829180" y="1077087"/>
                  </a:lnTo>
                </a:path>
                <a:path w="1829435" h="5155565">
                  <a:moveTo>
                    <a:pt x="0" y="1251966"/>
                  </a:moveTo>
                  <a:lnTo>
                    <a:pt x="1829180" y="1251966"/>
                  </a:lnTo>
                </a:path>
                <a:path w="1829435" h="5155565">
                  <a:moveTo>
                    <a:pt x="0" y="1426940"/>
                  </a:moveTo>
                  <a:lnTo>
                    <a:pt x="1829180" y="1426940"/>
                  </a:lnTo>
                </a:path>
                <a:path w="1829435" h="5155565">
                  <a:moveTo>
                    <a:pt x="0" y="1601914"/>
                  </a:moveTo>
                  <a:lnTo>
                    <a:pt x="1829180" y="1601914"/>
                  </a:lnTo>
                </a:path>
                <a:path w="1829435" h="5155565">
                  <a:moveTo>
                    <a:pt x="0" y="1776793"/>
                  </a:moveTo>
                  <a:lnTo>
                    <a:pt x="1829180" y="1776793"/>
                  </a:lnTo>
                </a:path>
                <a:path w="1829435" h="5155565">
                  <a:moveTo>
                    <a:pt x="0" y="1951767"/>
                  </a:moveTo>
                  <a:lnTo>
                    <a:pt x="1829180" y="1951767"/>
                  </a:lnTo>
                </a:path>
                <a:path w="1829435" h="5155565">
                  <a:moveTo>
                    <a:pt x="0" y="2126741"/>
                  </a:moveTo>
                  <a:lnTo>
                    <a:pt x="1829180" y="2126741"/>
                  </a:lnTo>
                </a:path>
                <a:path w="1829435" h="5155565">
                  <a:moveTo>
                    <a:pt x="0" y="2301620"/>
                  </a:moveTo>
                  <a:lnTo>
                    <a:pt x="1829180" y="2301620"/>
                  </a:lnTo>
                </a:path>
                <a:path w="1829435" h="5155565">
                  <a:moveTo>
                    <a:pt x="0" y="2504027"/>
                  </a:moveTo>
                  <a:lnTo>
                    <a:pt x="1829180" y="2504027"/>
                  </a:lnTo>
                </a:path>
                <a:path w="1829435" h="5155565">
                  <a:moveTo>
                    <a:pt x="0" y="2678906"/>
                  </a:moveTo>
                  <a:lnTo>
                    <a:pt x="1829180" y="2678906"/>
                  </a:lnTo>
                </a:path>
                <a:path w="1829435" h="5155565">
                  <a:moveTo>
                    <a:pt x="0" y="2853880"/>
                  </a:moveTo>
                  <a:lnTo>
                    <a:pt x="1829180" y="2853880"/>
                  </a:lnTo>
                </a:path>
                <a:path w="1829435" h="5155565">
                  <a:moveTo>
                    <a:pt x="0" y="3028854"/>
                  </a:moveTo>
                  <a:lnTo>
                    <a:pt x="1829180" y="3028854"/>
                  </a:lnTo>
                </a:path>
                <a:path w="1829435" h="5155565">
                  <a:moveTo>
                    <a:pt x="0" y="3203733"/>
                  </a:moveTo>
                  <a:lnTo>
                    <a:pt x="1829180" y="3203733"/>
                  </a:lnTo>
                </a:path>
                <a:path w="1829435" h="5155565">
                  <a:moveTo>
                    <a:pt x="0" y="3378707"/>
                  </a:moveTo>
                  <a:lnTo>
                    <a:pt x="1829180" y="3378707"/>
                  </a:lnTo>
                </a:path>
                <a:path w="1829435" h="5155565">
                  <a:moveTo>
                    <a:pt x="0" y="3553682"/>
                  </a:moveTo>
                  <a:lnTo>
                    <a:pt x="1829180" y="3553682"/>
                  </a:lnTo>
                </a:path>
                <a:path w="1829435" h="5155565">
                  <a:moveTo>
                    <a:pt x="0" y="3728561"/>
                  </a:moveTo>
                  <a:lnTo>
                    <a:pt x="1829180" y="3728561"/>
                  </a:lnTo>
                </a:path>
                <a:path w="1829435" h="5155565">
                  <a:moveTo>
                    <a:pt x="0" y="3903535"/>
                  </a:moveTo>
                  <a:lnTo>
                    <a:pt x="1829180" y="3903535"/>
                  </a:lnTo>
                </a:path>
                <a:path w="1829435" h="5155565">
                  <a:moveTo>
                    <a:pt x="0" y="4078509"/>
                  </a:moveTo>
                  <a:lnTo>
                    <a:pt x="1829180" y="4078509"/>
                  </a:lnTo>
                </a:path>
                <a:path w="1829435" h="5155565">
                  <a:moveTo>
                    <a:pt x="0" y="4253388"/>
                  </a:moveTo>
                  <a:lnTo>
                    <a:pt x="1829180" y="4253388"/>
                  </a:lnTo>
                </a:path>
                <a:path w="1829435" h="5155565">
                  <a:moveTo>
                    <a:pt x="0" y="4455795"/>
                  </a:moveTo>
                  <a:lnTo>
                    <a:pt x="1829180" y="4455795"/>
                  </a:lnTo>
                </a:path>
                <a:path w="1829435" h="5155565">
                  <a:moveTo>
                    <a:pt x="0" y="4630673"/>
                  </a:moveTo>
                  <a:lnTo>
                    <a:pt x="1829180" y="4630673"/>
                  </a:lnTo>
                </a:path>
                <a:path w="1829435" h="5155565">
                  <a:moveTo>
                    <a:pt x="0" y="4805648"/>
                  </a:moveTo>
                  <a:lnTo>
                    <a:pt x="1829180" y="4805648"/>
                  </a:lnTo>
                </a:path>
                <a:path w="1829435" h="5155565">
                  <a:moveTo>
                    <a:pt x="0" y="4980622"/>
                  </a:moveTo>
                  <a:lnTo>
                    <a:pt x="1829180" y="4980622"/>
                  </a:lnTo>
                </a:path>
                <a:path w="1829435" h="5155565">
                  <a:moveTo>
                    <a:pt x="0" y="5155501"/>
                  </a:moveTo>
                  <a:lnTo>
                    <a:pt x="1829180" y="5155501"/>
                  </a:lnTo>
                </a:path>
              </a:pathLst>
            </a:custGeom>
            <a:ln w="4762">
              <a:solidFill>
                <a:srgbClr val="D4D4D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14" name="object 114"/>
            <p:cNvSpPr/>
            <p:nvPr/>
          </p:nvSpPr>
          <p:spPr>
            <a:xfrm>
              <a:off x="2567177" y="905637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15" name="object 115"/>
            <p:cNvSpPr/>
            <p:nvPr/>
          </p:nvSpPr>
          <p:spPr>
            <a:xfrm>
              <a:off x="2567177" y="1080611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16" name="object 116"/>
            <p:cNvSpPr/>
            <p:nvPr/>
          </p:nvSpPr>
          <p:spPr>
            <a:xfrm>
              <a:off x="2567177" y="1255585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17" name="object 117"/>
            <p:cNvSpPr/>
            <p:nvPr/>
          </p:nvSpPr>
          <p:spPr>
            <a:xfrm>
              <a:off x="2567177" y="1430464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18" name="object 118"/>
            <p:cNvSpPr/>
            <p:nvPr/>
          </p:nvSpPr>
          <p:spPr>
            <a:xfrm>
              <a:off x="2567177" y="1605438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19" name="object 119"/>
            <p:cNvSpPr/>
            <p:nvPr/>
          </p:nvSpPr>
          <p:spPr>
            <a:xfrm>
              <a:off x="2567177" y="1780412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20" name="object 120"/>
            <p:cNvSpPr/>
            <p:nvPr/>
          </p:nvSpPr>
          <p:spPr>
            <a:xfrm>
              <a:off x="2567177" y="1982724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21" name="object 121"/>
            <p:cNvSpPr/>
            <p:nvPr/>
          </p:nvSpPr>
          <p:spPr>
            <a:xfrm>
              <a:off x="2567177" y="2157602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22" name="object 122"/>
            <p:cNvSpPr/>
            <p:nvPr/>
          </p:nvSpPr>
          <p:spPr>
            <a:xfrm>
              <a:off x="2567177" y="2332577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23" name="object 123"/>
            <p:cNvSpPr/>
            <p:nvPr/>
          </p:nvSpPr>
          <p:spPr>
            <a:xfrm>
              <a:off x="2567177" y="2507551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24" name="object 124"/>
            <p:cNvSpPr/>
            <p:nvPr/>
          </p:nvSpPr>
          <p:spPr>
            <a:xfrm>
              <a:off x="2567177" y="2682430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25" name="object 125"/>
            <p:cNvSpPr/>
            <p:nvPr/>
          </p:nvSpPr>
          <p:spPr>
            <a:xfrm>
              <a:off x="2567177" y="2857404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26" name="object 126"/>
            <p:cNvSpPr/>
            <p:nvPr/>
          </p:nvSpPr>
          <p:spPr>
            <a:xfrm>
              <a:off x="2567177" y="3032378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27" name="object 127"/>
            <p:cNvSpPr/>
            <p:nvPr/>
          </p:nvSpPr>
          <p:spPr>
            <a:xfrm>
              <a:off x="2567177" y="3207258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28" name="object 128"/>
            <p:cNvSpPr/>
            <p:nvPr/>
          </p:nvSpPr>
          <p:spPr>
            <a:xfrm>
              <a:off x="2567177" y="3409664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29" name="object 129"/>
            <p:cNvSpPr/>
            <p:nvPr/>
          </p:nvSpPr>
          <p:spPr>
            <a:xfrm>
              <a:off x="2567177" y="3584543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30" name="object 130"/>
            <p:cNvSpPr/>
            <p:nvPr/>
          </p:nvSpPr>
          <p:spPr>
            <a:xfrm>
              <a:off x="2567177" y="3759517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31" name="object 131"/>
            <p:cNvSpPr/>
            <p:nvPr/>
          </p:nvSpPr>
          <p:spPr>
            <a:xfrm>
              <a:off x="2567177" y="3934491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32" name="object 132"/>
            <p:cNvSpPr/>
            <p:nvPr/>
          </p:nvSpPr>
          <p:spPr>
            <a:xfrm>
              <a:off x="2567177" y="4109370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33" name="object 133"/>
            <p:cNvSpPr/>
            <p:nvPr/>
          </p:nvSpPr>
          <p:spPr>
            <a:xfrm>
              <a:off x="2567177" y="4284345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34" name="object 134"/>
            <p:cNvSpPr/>
            <p:nvPr/>
          </p:nvSpPr>
          <p:spPr>
            <a:xfrm>
              <a:off x="2567177" y="4459319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35" name="object 135"/>
            <p:cNvSpPr/>
            <p:nvPr/>
          </p:nvSpPr>
          <p:spPr>
            <a:xfrm>
              <a:off x="2567177" y="4634198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36" name="object 136"/>
            <p:cNvSpPr/>
            <p:nvPr/>
          </p:nvSpPr>
          <p:spPr>
            <a:xfrm>
              <a:off x="2567177" y="4809172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37" name="object 137"/>
            <p:cNvSpPr/>
            <p:nvPr/>
          </p:nvSpPr>
          <p:spPr>
            <a:xfrm>
              <a:off x="2567177" y="4984146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38" name="object 138"/>
            <p:cNvSpPr/>
            <p:nvPr/>
          </p:nvSpPr>
          <p:spPr>
            <a:xfrm>
              <a:off x="2567177" y="5159025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39" name="object 139"/>
            <p:cNvSpPr/>
            <p:nvPr/>
          </p:nvSpPr>
          <p:spPr>
            <a:xfrm>
              <a:off x="2567177" y="5361431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40" name="object 140"/>
            <p:cNvSpPr/>
            <p:nvPr/>
          </p:nvSpPr>
          <p:spPr>
            <a:xfrm>
              <a:off x="2567177" y="5536310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41" name="object 141"/>
            <p:cNvSpPr/>
            <p:nvPr/>
          </p:nvSpPr>
          <p:spPr>
            <a:xfrm>
              <a:off x="2567177" y="5711285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42" name="object 142"/>
            <p:cNvSpPr/>
            <p:nvPr/>
          </p:nvSpPr>
          <p:spPr>
            <a:xfrm>
              <a:off x="2567177" y="5886259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43" name="object 143"/>
            <p:cNvSpPr/>
            <p:nvPr/>
          </p:nvSpPr>
          <p:spPr>
            <a:xfrm>
              <a:off x="2567177" y="6061138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4762">
              <a:solidFill>
                <a:srgbClr val="CFCDC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44" name="object 144"/>
            <p:cNvSpPr/>
            <p:nvPr/>
          </p:nvSpPr>
          <p:spPr>
            <a:xfrm>
              <a:off x="2762154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0"/>
                  </a:moveTo>
                  <a:lnTo>
                    <a:pt x="0" y="5588698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45" name="object 145"/>
            <p:cNvSpPr/>
            <p:nvPr/>
          </p:nvSpPr>
          <p:spPr>
            <a:xfrm>
              <a:off x="2958179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99345"/>
                  </a:moveTo>
                  <a:lnTo>
                    <a:pt x="0" y="5588698"/>
                  </a:lnTo>
                </a:path>
                <a:path h="5589270">
                  <a:moveTo>
                    <a:pt x="0" y="0"/>
                  </a:moveTo>
                  <a:lnTo>
                    <a:pt x="0" y="42957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46" name="object 146"/>
            <p:cNvSpPr/>
            <p:nvPr/>
          </p:nvSpPr>
          <p:spPr>
            <a:xfrm>
              <a:off x="3154108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679989"/>
                  </a:moveTo>
                  <a:lnTo>
                    <a:pt x="0" y="5588698"/>
                  </a:lnTo>
                </a:path>
                <a:path h="5589270">
                  <a:moveTo>
                    <a:pt x="0" y="99345"/>
                  </a:moveTo>
                  <a:lnTo>
                    <a:pt x="0" y="623601"/>
                  </a:lnTo>
                </a:path>
                <a:path h="5589270">
                  <a:moveTo>
                    <a:pt x="0" y="0"/>
                  </a:moveTo>
                  <a:lnTo>
                    <a:pt x="0" y="42957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47" name="object 147"/>
            <p:cNvSpPr/>
            <p:nvPr/>
          </p:nvSpPr>
          <p:spPr>
            <a:xfrm>
              <a:off x="3350132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679989"/>
                  </a:moveTo>
                  <a:lnTo>
                    <a:pt x="0" y="5588698"/>
                  </a:lnTo>
                </a:path>
                <a:path h="5589270">
                  <a:moveTo>
                    <a:pt x="0" y="99345"/>
                  </a:moveTo>
                  <a:lnTo>
                    <a:pt x="0" y="623601"/>
                  </a:lnTo>
                </a:path>
                <a:path h="5589270">
                  <a:moveTo>
                    <a:pt x="0" y="0"/>
                  </a:moveTo>
                  <a:lnTo>
                    <a:pt x="0" y="42957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48" name="object 148"/>
            <p:cNvSpPr/>
            <p:nvPr/>
          </p:nvSpPr>
          <p:spPr>
            <a:xfrm>
              <a:off x="3546062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679989"/>
                  </a:moveTo>
                  <a:lnTo>
                    <a:pt x="0" y="5588698"/>
                  </a:lnTo>
                </a:path>
                <a:path h="5589270">
                  <a:moveTo>
                    <a:pt x="0" y="99345"/>
                  </a:moveTo>
                  <a:lnTo>
                    <a:pt x="0" y="623601"/>
                  </a:lnTo>
                </a:path>
                <a:path h="5589270">
                  <a:moveTo>
                    <a:pt x="0" y="0"/>
                  </a:moveTo>
                  <a:lnTo>
                    <a:pt x="0" y="42957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49" name="object 149"/>
            <p:cNvSpPr/>
            <p:nvPr/>
          </p:nvSpPr>
          <p:spPr>
            <a:xfrm>
              <a:off x="3742086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855249"/>
                  </a:moveTo>
                  <a:lnTo>
                    <a:pt x="0" y="5588698"/>
                  </a:lnTo>
                </a:path>
                <a:path h="5589270">
                  <a:moveTo>
                    <a:pt x="0" y="99345"/>
                  </a:moveTo>
                  <a:lnTo>
                    <a:pt x="0" y="797337"/>
                  </a:lnTo>
                </a:path>
                <a:path h="5589270">
                  <a:moveTo>
                    <a:pt x="0" y="0"/>
                  </a:moveTo>
                  <a:lnTo>
                    <a:pt x="0" y="42957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50" name="object 150"/>
            <p:cNvSpPr/>
            <p:nvPr/>
          </p:nvSpPr>
          <p:spPr>
            <a:xfrm>
              <a:off x="3938111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1204245"/>
                  </a:moveTo>
                  <a:lnTo>
                    <a:pt x="0" y="5588698"/>
                  </a:lnTo>
                </a:path>
                <a:path h="5589270">
                  <a:moveTo>
                    <a:pt x="0" y="0"/>
                  </a:moveTo>
                  <a:lnTo>
                    <a:pt x="0" y="1147857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51" name="object 151"/>
            <p:cNvSpPr/>
            <p:nvPr/>
          </p:nvSpPr>
          <p:spPr>
            <a:xfrm>
              <a:off x="4134040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1582197"/>
                  </a:moveTo>
                  <a:lnTo>
                    <a:pt x="0" y="5588698"/>
                  </a:lnTo>
                </a:path>
                <a:path h="5589270">
                  <a:moveTo>
                    <a:pt x="0" y="1204245"/>
                  </a:moveTo>
                  <a:lnTo>
                    <a:pt x="0" y="1525809"/>
                  </a:lnTo>
                </a:path>
                <a:path h="5589270">
                  <a:moveTo>
                    <a:pt x="0" y="0"/>
                  </a:moveTo>
                  <a:lnTo>
                    <a:pt x="0" y="1147857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52" name="object 152"/>
            <p:cNvSpPr/>
            <p:nvPr/>
          </p:nvSpPr>
          <p:spPr>
            <a:xfrm>
              <a:off x="4330064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1757457"/>
                  </a:moveTo>
                  <a:lnTo>
                    <a:pt x="0" y="5588698"/>
                  </a:lnTo>
                </a:path>
                <a:path h="5589270">
                  <a:moveTo>
                    <a:pt x="0" y="1204245"/>
                  </a:moveTo>
                  <a:lnTo>
                    <a:pt x="0" y="1699545"/>
                  </a:lnTo>
                </a:path>
                <a:path h="5589270">
                  <a:moveTo>
                    <a:pt x="0" y="0"/>
                  </a:moveTo>
                  <a:lnTo>
                    <a:pt x="0" y="1147857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53" name="object 153"/>
            <p:cNvSpPr/>
            <p:nvPr/>
          </p:nvSpPr>
          <p:spPr>
            <a:xfrm>
              <a:off x="4526089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1931193"/>
                  </a:moveTo>
                  <a:lnTo>
                    <a:pt x="0" y="5588698"/>
                  </a:lnTo>
                </a:path>
                <a:path h="5589270">
                  <a:moveTo>
                    <a:pt x="0" y="1204245"/>
                  </a:moveTo>
                  <a:lnTo>
                    <a:pt x="0" y="1874805"/>
                  </a:lnTo>
                </a:path>
                <a:path h="5589270">
                  <a:moveTo>
                    <a:pt x="0" y="0"/>
                  </a:moveTo>
                  <a:lnTo>
                    <a:pt x="0" y="1147857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54" name="object 154"/>
            <p:cNvSpPr/>
            <p:nvPr/>
          </p:nvSpPr>
          <p:spPr>
            <a:xfrm>
              <a:off x="4722018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1931193"/>
                  </a:moveTo>
                  <a:lnTo>
                    <a:pt x="0" y="5588698"/>
                  </a:lnTo>
                </a:path>
                <a:path h="5589270">
                  <a:moveTo>
                    <a:pt x="0" y="1204245"/>
                  </a:moveTo>
                  <a:lnTo>
                    <a:pt x="0" y="1874805"/>
                  </a:lnTo>
                </a:path>
                <a:path h="5589270">
                  <a:moveTo>
                    <a:pt x="0" y="0"/>
                  </a:moveTo>
                  <a:lnTo>
                    <a:pt x="0" y="1147857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55" name="object 155"/>
            <p:cNvSpPr/>
            <p:nvPr/>
          </p:nvSpPr>
          <p:spPr>
            <a:xfrm>
              <a:off x="4918043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2632233"/>
                  </a:moveTo>
                  <a:lnTo>
                    <a:pt x="0" y="5588698"/>
                  </a:lnTo>
                </a:path>
                <a:path h="5589270">
                  <a:moveTo>
                    <a:pt x="0" y="0"/>
                  </a:moveTo>
                  <a:lnTo>
                    <a:pt x="0" y="2574321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56" name="object 156"/>
            <p:cNvSpPr/>
            <p:nvPr/>
          </p:nvSpPr>
          <p:spPr>
            <a:xfrm>
              <a:off x="5114067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3708177"/>
                  </a:moveTo>
                  <a:lnTo>
                    <a:pt x="0" y="5588698"/>
                  </a:lnTo>
                </a:path>
                <a:path h="5589270">
                  <a:moveTo>
                    <a:pt x="0" y="3008661"/>
                  </a:moveTo>
                  <a:lnTo>
                    <a:pt x="0" y="3651789"/>
                  </a:lnTo>
                </a:path>
                <a:path h="5589270">
                  <a:moveTo>
                    <a:pt x="0" y="2632233"/>
                  </a:moveTo>
                  <a:lnTo>
                    <a:pt x="0" y="2952273"/>
                  </a:lnTo>
                </a:path>
                <a:path h="5589270">
                  <a:moveTo>
                    <a:pt x="0" y="0"/>
                  </a:moveTo>
                  <a:lnTo>
                    <a:pt x="0" y="2574321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57" name="object 157"/>
            <p:cNvSpPr/>
            <p:nvPr/>
          </p:nvSpPr>
          <p:spPr>
            <a:xfrm>
              <a:off x="5309996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3883437"/>
                  </a:moveTo>
                  <a:lnTo>
                    <a:pt x="0" y="5588698"/>
                  </a:lnTo>
                </a:path>
                <a:path h="5589270">
                  <a:moveTo>
                    <a:pt x="0" y="3359181"/>
                  </a:moveTo>
                  <a:lnTo>
                    <a:pt x="0" y="3827049"/>
                  </a:lnTo>
                </a:path>
                <a:path h="5589270">
                  <a:moveTo>
                    <a:pt x="0" y="3008661"/>
                  </a:moveTo>
                  <a:lnTo>
                    <a:pt x="0" y="3301269"/>
                  </a:lnTo>
                </a:path>
                <a:path h="5589270">
                  <a:moveTo>
                    <a:pt x="0" y="2632233"/>
                  </a:moveTo>
                  <a:lnTo>
                    <a:pt x="0" y="2952273"/>
                  </a:lnTo>
                </a:path>
                <a:path h="5589270">
                  <a:moveTo>
                    <a:pt x="0" y="0"/>
                  </a:moveTo>
                  <a:lnTo>
                    <a:pt x="0" y="2574321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58" name="object 158"/>
            <p:cNvSpPr/>
            <p:nvPr/>
          </p:nvSpPr>
          <p:spPr>
            <a:xfrm>
              <a:off x="5506021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3883437"/>
                  </a:moveTo>
                  <a:lnTo>
                    <a:pt x="0" y="5588698"/>
                  </a:lnTo>
                </a:path>
                <a:path h="5589270">
                  <a:moveTo>
                    <a:pt x="0" y="3534441"/>
                  </a:moveTo>
                  <a:lnTo>
                    <a:pt x="0" y="3827049"/>
                  </a:lnTo>
                </a:path>
                <a:path h="5589270">
                  <a:moveTo>
                    <a:pt x="0" y="3008661"/>
                  </a:moveTo>
                  <a:lnTo>
                    <a:pt x="0" y="3476529"/>
                  </a:lnTo>
                </a:path>
                <a:path h="5589270">
                  <a:moveTo>
                    <a:pt x="0" y="2632233"/>
                  </a:moveTo>
                  <a:lnTo>
                    <a:pt x="0" y="2952273"/>
                  </a:lnTo>
                </a:path>
                <a:path h="5589270">
                  <a:moveTo>
                    <a:pt x="0" y="0"/>
                  </a:moveTo>
                  <a:lnTo>
                    <a:pt x="0" y="2574321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59" name="object 159"/>
            <p:cNvSpPr/>
            <p:nvPr/>
          </p:nvSpPr>
          <p:spPr>
            <a:xfrm>
              <a:off x="5702045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4058697"/>
                  </a:moveTo>
                  <a:lnTo>
                    <a:pt x="0" y="5588698"/>
                  </a:lnTo>
                </a:path>
                <a:path h="5589270">
                  <a:moveTo>
                    <a:pt x="0" y="3534441"/>
                  </a:moveTo>
                  <a:lnTo>
                    <a:pt x="0" y="4002309"/>
                  </a:lnTo>
                </a:path>
                <a:path h="5589270">
                  <a:moveTo>
                    <a:pt x="0" y="3008661"/>
                  </a:moveTo>
                  <a:lnTo>
                    <a:pt x="0" y="3476529"/>
                  </a:lnTo>
                </a:path>
                <a:path h="5589270">
                  <a:moveTo>
                    <a:pt x="0" y="2632233"/>
                  </a:moveTo>
                  <a:lnTo>
                    <a:pt x="0" y="2952273"/>
                  </a:lnTo>
                </a:path>
                <a:path h="5589270">
                  <a:moveTo>
                    <a:pt x="0" y="0"/>
                  </a:moveTo>
                  <a:lnTo>
                    <a:pt x="0" y="2574321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60" name="object 160"/>
            <p:cNvSpPr/>
            <p:nvPr/>
          </p:nvSpPr>
          <p:spPr>
            <a:xfrm>
              <a:off x="5897975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4233957"/>
                  </a:moveTo>
                  <a:lnTo>
                    <a:pt x="0" y="5588698"/>
                  </a:lnTo>
                </a:path>
                <a:path h="5589270">
                  <a:moveTo>
                    <a:pt x="0" y="2632233"/>
                  </a:moveTo>
                  <a:lnTo>
                    <a:pt x="0" y="4176045"/>
                  </a:lnTo>
                </a:path>
                <a:path h="5589270">
                  <a:moveTo>
                    <a:pt x="0" y="0"/>
                  </a:moveTo>
                  <a:lnTo>
                    <a:pt x="0" y="2574321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61" name="object 161"/>
            <p:cNvSpPr/>
            <p:nvPr/>
          </p:nvSpPr>
          <p:spPr>
            <a:xfrm>
              <a:off x="6093999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4785646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4729257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62" name="object 162"/>
            <p:cNvSpPr/>
            <p:nvPr/>
          </p:nvSpPr>
          <p:spPr>
            <a:xfrm>
              <a:off x="6290024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496090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490299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63" name="object 163"/>
            <p:cNvSpPr/>
            <p:nvPr/>
          </p:nvSpPr>
          <p:spPr>
            <a:xfrm>
              <a:off x="6485953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496090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490299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64" name="object 164"/>
            <p:cNvSpPr/>
            <p:nvPr/>
          </p:nvSpPr>
          <p:spPr>
            <a:xfrm>
              <a:off x="6681977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496090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490299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65" name="object 165"/>
            <p:cNvSpPr/>
            <p:nvPr/>
          </p:nvSpPr>
          <p:spPr>
            <a:xfrm>
              <a:off x="6878002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496090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490299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66" name="object 166"/>
            <p:cNvSpPr/>
            <p:nvPr/>
          </p:nvSpPr>
          <p:spPr>
            <a:xfrm>
              <a:off x="7073931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496090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490299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67" name="object 167"/>
            <p:cNvSpPr/>
            <p:nvPr/>
          </p:nvSpPr>
          <p:spPr>
            <a:xfrm>
              <a:off x="7269956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496090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490299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68" name="object 168"/>
            <p:cNvSpPr/>
            <p:nvPr/>
          </p:nvSpPr>
          <p:spPr>
            <a:xfrm>
              <a:off x="7465980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496090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490299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69" name="object 169"/>
            <p:cNvSpPr/>
            <p:nvPr/>
          </p:nvSpPr>
          <p:spPr>
            <a:xfrm>
              <a:off x="7661910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496090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490299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70" name="object 170"/>
            <p:cNvSpPr/>
            <p:nvPr/>
          </p:nvSpPr>
          <p:spPr>
            <a:xfrm>
              <a:off x="7857934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513616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507825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71" name="object 171"/>
            <p:cNvSpPr/>
            <p:nvPr/>
          </p:nvSpPr>
          <p:spPr>
            <a:xfrm>
              <a:off x="8053863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513616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507825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72" name="object 172"/>
            <p:cNvSpPr/>
            <p:nvPr/>
          </p:nvSpPr>
          <p:spPr>
            <a:xfrm>
              <a:off x="8249888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513616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507825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73" name="object 173"/>
            <p:cNvSpPr/>
            <p:nvPr/>
          </p:nvSpPr>
          <p:spPr>
            <a:xfrm>
              <a:off x="8445912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513616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507825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74" name="object 174"/>
            <p:cNvSpPr/>
            <p:nvPr/>
          </p:nvSpPr>
          <p:spPr>
            <a:xfrm>
              <a:off x="8641842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513616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507825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75" name="object 175"/>
            <p:cNvSpPr/>
            <p:nvPr/>
          </p:nvSpPr>
          <p:spPr>
            <a:xfrm>
              <a:off x="8837866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513616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507825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76" name="object 176"/>
            <p:cNvSpPr/>
            <p:nvPr/>
          </p:nvSpPr>
          <p:spPr>
            <a:xfrm>
              <a:off x="9033891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513616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507825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77" name="object 177"/>
            <p:cNvSpPr/>
            <p:nvPr/>
          </p:nvSpPr>
          <p:spPr>
            <a:xfrm>
              <a:off x="9229820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513616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507825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78" name="object 178"/>
            <p:cNvSpPr/>
            <p:nvPr/>
          </p:nvSpPr>
          <p:spPr>
            <a:xfrm>
              <a:off x="9425844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513616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507825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79" name="object 179"/>
            <p:cNvSpPr/>
            <p:nvPr/>
          </p:nvSpPr>
          <p:spPr>
            <a:xfrm>
              <a:off x="9621869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5485161"/>
                  </a:moveTo>
                  <a:lnTo>
                    <a:pt x="0" y="5588698"/>
                  </a:lnTo>
                </a:path>
                <a:path h="5589270">
                  <a:moveTo>
                    <a:pt x="0" y="0"/>
                  </a:moveTo>
                  <a:lnTo>
                    <a:pt x="0" y="5428773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80" name="object 180"/>
            <p:cNvSpPr/>
            <p:nvPr/>
          </p:nvSpPr>
          <p:spPr>
            <a:xfrm>
              <a:off x="9817798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5485161"/>
                  </a:moveTo>
                  <a:lnTo>
                    <a:pt x="0" y="5588698"/>
                  </a:lnTo>
                </a:path>
                <a:path h="5589270">
                  <a:moveTo>
                    <a:pt x="0" y="0"/>
                  </a:moveTo>
                  <a:lnTo>
                    <a:pt x="0" y="5428773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81" name="object 181"/>
            <p:cNvSpPr/>
            <p:nvPr/>
          </p:nvSpPr>
          <p:spPr>
            <a:xfrm>
              <a:off x="10013822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0"/>
                  </a:moveTo>
                  <a:lnTo>
                    <a:pt x="0" y="5588698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82" name="object 182"/>
            <p:cNvSpPr/>
            <p:nvPr/>
          </p:nvSpPr>
          <p:spPr>
            <a:xfrm>
              <a:off x="10209847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0"/>
                  </a:moveTo>
                  <a:lnTo>
                    <a:pt x="0" y="5588698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83" name="object 183"/>
            <p:cNvSpPr/>
            <p:nvPr/>
          </p:nvSpPr>
          <p:spPr>
            <a:xfrm>
              <a:off x="2817971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0"/>
                  </a:moveTo>
                  <a:lnTo>
                    <a:pt x="0" y="5588698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84" name="object 184"/>
            <p:cNvSpPr/>
            <p:nvPr/>
          </p:nvSpPr>
          <p:spPr>
            <a:xfrm>
              <a:off x="3686270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99345"/>
                  </a:moveTo>
                  <a:lnTo>
                    <a:pt x="0" y="5588698"/>
                  </a:lnTo>
                </a:path>
                <a:path h="5589270">
                  <a:moveTo>
                    <a:pt x="0" y="0"/>
                  </a:moveTo>
                  <a:lnTo>
                    <a:pt x="0" y="42957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85" name="object 185"/>
            <p:cNvSpPr/>
            <p:nvPr/>
          </p:nvSpPr>
          <p:spPr>
            <a:xfrm>
              <a:off x="4526089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1931193"/>
                  </a:moveTo>
                  <a:lnTo>
                    <a:pt x="0" y="5588698"/>
                  </a:lnTo>
                </a:path>
                <a:path h="5589270">
                  <a:moveTo>
                    <a:pt x="0" y="1204245"/>
                  </a:moveTo>
                  <a:lnTo>
                    <a:pt x="0" y="1874805"/>
                  </a:lnTo>
                </a:path>
                <a:path h="5589270">
                  <a:moveTo>
                    <a:pt x="0" y="0"/>
                  </a:moveTo>
                  <a:lnTo>
                    <a:pt x="0" y="1147857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86" name="object 186"/>
            <p:cNvSpPr/>
            <p:nvPr/>
          </p:nvSpPr>
          <p:spPr>
            <a:xfrm>
              <a:off x="5394293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3883437"/>
                  </a:moveTo>
                  <a:lnTo>
                    <a:pt x="0" y="5588698"/>
                  </a:lnTo>
                </a:path>
                <a:path h="5589270">
                  <a:moveTo>
                    <a:pt x="0" y="3359181"/>
                  </a:moveTo>
                  <a:lnTo>
                    <a:pt x="0" y="3827049"/>
                  </a:lnTo>
                </a:path>
                <a:path h="5589270">
                  <a:moveTo>
                    <a:pt x="0" y="3008661"/>
                  </a:moveTo>
                  <a:lnTo>
                    <a:pt x="0" y="3301269"/>
                  </a:lnTo>
                </a:path>
                <a:path h="5589270">
                  <a:moveTo>
                    <a:pt x="0" y="2632233"/>
                  </a:moveTo>
                  <a:lnTo>
                    <a:pt x="0" y="2952273"/>
                  </a:lnTo>
                </a:path>
                <a:path h="5589270">
                  <a:moveTo>
                    <a:pt x="0" y="0"/>
                  </a:moveTo>
                  <a:lnTo>
                    <a:pt x="0" y="2574321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87" name="object 187"/>
            <p:cNvSpPr/>
            <p:nvPr/>
          </p:nvSpPr>
          <p:spPr>
            <a:xfrm>
              <a:off x="6262591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496090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490299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88" name="object 188"/>
            <p:cNvSpPr/>
            <p:nvPr/>
          </p:nvSpPr>
          <p:spPr>
            <a:xfrm>
              <a:off x="7046594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496090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490299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89" name="object 189"/>
            <p:cNvSpPr/>
            <p:nvPr/>
          </p:nvSpPr>
          <p:spPr>
            <a:xfrm>
              <a:off x="7913750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513616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507825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90" name="object 190"/>
            <p:cNvSpPr/>
            <p:nvPr/>
          </p:nvSpPr>
          <p:spPr>
            <a:xfrm>
              <a:off x="8753570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5136165"/>
                  </a:moveTo>
                  <a:lnTo>
                    <a:pt x="0" y="5588698"/>
                  </a:lnTo>
                </a:path>
                <a:path h="5589270">
                  <a:moveTo>
                    <a:pt x="0" y="4582953"/>
                  </a:moveTo>
                  <a:lnTo>
                    <a:pt x="0" y="5078253"/>
                  </a:lnTo>
                </a:path>
                <a:path h="5589270">
                  <a:moveTo>
                    <a:pt x="0" y="0"/>
                  </a:moveTo>
                  <a:lnTo>
                    <a:pt x="0" y="4526565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91" name="object 191"/>
            <p:cNvSpPr/>
            <p:nvPr/>
          </p:nvSpPr>
          <p:spPr>
            <a:xfrm>
              <a:off x="9621869" y="674846"/>
              <a:ext cx="0" cy="5589270"/>
            </a:xfrm>
            <a:custGeom>
              <a:avLst/>
              <a:gdLst/>
              <a:ahLst/>
              <a:cxnLst/>
              <a:rect l="l" t="t" r="r" b="b"/>
              <a:pathLst>
                <a:path h="5589270">
                  <a:moveTo>
                    <a:pt x="0" y="5485161"/>
                  </a:moveTo>
                  <a:lnTo>
                    <a:pt x="0" y="5588698"/>
                  </a:lnTo>
                </a:path>
                <a:path h="5589270">
                  <a:moveTo>
                    <a:pt x="0" y="0"/>
                  </a:moveTo>
                  <a:lnTo>
                    <a:pt x="0" y="5428773"/>
                  </a:lnTo>
                </a:path>
              </a:pathLst>
            </a:custGeom>
            <a:ln w="4762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92" name="object 192"/>
            <p:cNvSpPr/>
            <p:nvPr/>
          </p:nvSpPr>
          <p:spPr>
            <a:xfrm>
              <a:off x="2819400" y="717804"/>
              <a:ext cx="1035050" cy="56515"/>
            </a:xfrm>
            <a:custGeom>
              <a:avLst/>
              <a:gdLst/>
              <a:ahLst/>
              <a:cxnLst/>
              <a:rect l="l" t="t" r="r" b="b"/>
              <a:pathLst>
                <a:path w="1035050" h="56515">
                  <a:moveTo>
                    <a:pt x="0" y="0"/>
                  </a:moveTo>
                  <a:lnTo>
                    <a:pt x="1034796" y="0"/>
                  </a:lnTo>
                  <a:lnTo>
                    <a:pt x="1034796" y="56387"/>
                  </a:lnTo>
                  <a:lnTo>
                    <a:pt x="0" y="56387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193" name="object 193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802635" y="729995"/>
              <a:ext cx="28956" cy="28956"/>
            </a:xfrm>
            <a:prstGeom prst="rect">
              <a:avLst/>
            </a:prstGeom>
          </p:spPr>
        </p:pic>
        <p:sp>
          <p:nvSpPr>
            <p:cNvPr id="194" name="object 194"/>
            <p:cNvSpPr/>
            <p:nvPr/>
          </p:nvSpPr>
          <p:spPr>
            <a:xfrm>
              <a:off x="2802635" y="729995"/>
              <a:ext cx="29209" cy="29209"/>
            </a:xfrm>
            <a:custGeom>
              <a:avLst/>
              <a:gdLst/>
              <a:ahLst/>
              <a:cxnLst/>
              <a:rect l="l" t="t" r="r" b="b"/>
              <a:pathLst>
                <a:path w="29210" h="29209">
                  <a:moveTo>
                    <a:pt x="0" y="0"/>
                  </a:moveTo>
                  <a:lnTo>
                    <a:pt x="28956" y="0"/>
                  </a:lnTo>
                  <a:lnTo>
                    <a:pt x="28956" y="28956"/>
                  </a:lnTo>
                  <a:lnTo>
                    <a:pt x="0" y="28956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B1B1B1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95" name="object 195"/>
            <p:cNvSpPr/>
            <p:nvPr/>
          </p:nvSpPr>
          <p:spPr>
            <a:xfrm>
              <a:off x="2802635" y="729995"/>
              <a:ext cx="29209" cy="29209"/>
            </a:xfrm>
            <a:custGeom>
              <a:avLst/>
              <a:gdLst/>
              <a:ahLst/>
              <a:cxnLst/>
              <a:rect l="l" t="t" r="r" b="b"/>
              <a:pathLst>
                <a:path w="29210" h="29209">
                  <a:moveTo>
                    <a:pt x="0" y="0"/>
                  </a:moveTo>
                  <a:lnTo>
                    <a:pt x="28956" y="0"/>
                  </a:lnTo>
                  <a:lnTo>
                    <a:pt x="28956" y="28956"/>
                  </a:lnTo>
                  <a:lnTo>
                    <a:pt x="0" y="28956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96" name="object 196"/>
            <p:cNvSpPr/>
            <p:nvPr/>
          </p:nvSpPr>
          <p:spPr>
            <a:xfrm>
              <a:off x="2819400" y="947927"/>
              <a:ext cx="27940" cy="56515"/>
            </a:xfrm>
            <a:custGeom>
              <a:avLst/>
              <a:gdLst/>
              <a:ahLst/>
              <a:cxnLst/>
              <a:rect l="l" t="t" r="r" b="b"/>
              <a:pathLst>
                <a:path w="27939" h="56515">
                  <a:moveTo>
                    <a:pt x="27432" y="56388"/>
                  </a:moveTo>
                  <a:lnTo>
                    <a:pt x="0" y="56388"/>
                  </a:lnTo>
                  <a:lnTo>
                    <a:pt x="0" y="0"/>
                  </a:lnTo>
                  <a:lnTo>
                    <a:pt x="27432" y="0"/>
                  </a:lnTo>
                  <a:lnTo>
                    <a:pt x="27432" y="56388"/>
                  </a:lnTo>
                  <a:close/>
                </a:path>
              </a:pathLst>
            </a:custGeom>
            <a:solidFill>
              <a:srgbClr val="ED7C31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97" name="object 197"/>
            <p:cNvSpPr/>
            <p:nvPr/>
          </p:nvSpPr>
          <p:spPr>
            <a:xfrm>
              <a:off x="2819400" y="947927"/>
              <a:ext cx="27940" cy="56515"/>
            </a:xfrm>
            <a:custGeom>
              <a:avLst/>
              <a:gdLst/>
              <a:ahLst/>
              <a:cxnLst/>
              <a:rect l="l" t="t" r="r" b="b"/>
              <a:pathLst>
                <a:path w="27939" h="56515">
                  <a:moveTo>
                    <a:pt x="0" y="0"/>
                  </a:moveTo>
                  <a:lnTo>
                    <a:pt x="27432" y="0"/>
                  </a:lnTo>
                  <a:lnTo>
                    <a:pt x="27432" y="56388"/>
                  </a:lnTo>
                  <a:lnTo>
                    <a:pt x="0" y="56388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ED7C31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98" name="object 198"/>
            <p:cNvSpPr/>
            <p:nvPr/>
          </p:nvSpPr>
          <p:spPr>
            <a:xfrm>
              <a:off x="2987039" y="1298448"/>
              <a:ext cx="699770" cy="56515"/>
            </a:xfrm>
            <a:custGeom>
              <a:avLst/>
              <a:gdLst/>
              <a:ahLst/>
              <a:cxnLst/>
              <a:rect l="l" t="t" r="r" b="b"/>
              <a:pathLst>
                <a:path w="699770" h="56515">
                  <a:moveTo>
                    <a:pt x="699516" y="56387"/>
                  </a:moveTo>
                  <a:lnTo>
                    <a:pt x="0" y="56387"/>
                  </a:lnTo>
                  <a:lnTo>
                    <a:pt x="0" y="0"/>
                  </a:lnTo>
                  <a:lnTo>
                    <a:pt x="699516" y="0"/>
                  </a:lnTo>
                  <a:lnTo>
                    <a:pt x="699516" y="56387"/>
                  </a:lnTo>
                  <a:close/>
                </a:path>
              </a:pathLst>
            </a:custGeom>
            <a:solidFill>
              <a:srgbClr val="ED7C31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199" name="object 199"/>
            <p:cNvSpPr/>
            <p:nvPr/>
          </p:nvSpPr>
          <p:spPr>
            <a:xfrm>
              <a:off x="2987039" y="1298448"/>
              <a:ext cx="699770" cy="56515"/>
            </a:xfrm>
            <a:custGeom>
              <a:avLst/>
              <a:gdLst/>
              <a:ahLst/>
              <a:cxnLst/>
              <a:rect l="l" t="t" r="r" b="b"/>
              <a:pathLst>
                <a:path w="699770" h="56515">
                  <a:moveTo>
                    <a:pt x="0" y="0"/>
                  </a:moveTo>
                  <a:lnTo>
                    <a:pt x="699516" y="0"/>
                  </a:lnTo>
                  <a:lnTo>
                    <a:pt x="699516" y="56387"/>
                  </a:lnTo>
                  <a:lnTo>
                    <a:pt x="0" y="56387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ED7C31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00" name="object 200"/>
            <p:cNvSpPr/>
            <p:nvPr/>
          </p:nvSpPr>
          <p:spPr>
            <a:xfrm>
              <a:off x="3686555" y="1472184"/>
              <a:ext cx="167640" cy="58419"/>
            </a:xfrm>
            <a:custGeom>
              <a:avLst/>
              <a:gdLst/>
              <a:ahLst/>
              <a:cxnLst/>
              <a:rect l="l" t="t" r="r" b="b"/>
              <a:pathLst>
                <a:path w="167639" h="58419">
                  <a:moveTo>
                    <a:pt x="167640" y="57912"/>
                  </a:moveTo>
                  <a:lnTo>
                    <a:pt x="0" y="57912"/>
                  </a:lnTo>
                  <a:lnTo>
                    <a:pt x="0" y="0"/>
                  </a:lnTo>
                  <a:lnTo>
                    <a:pt x="167640" y="0"/>
                  </a:lnTo>
                  <a:lnTo>
                    <a:pt x="167640" y="57912"/>
                  </a:lnTo>
                  <a:close/>
                </a:path>
              </a:pathLst>
            </a:custGeom>
            <a:solidFill>
              <a:srgbClr val="ED7C31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01" name="object 201"/>
            <p:cNvSpPr/>
            <p:nvPr/>
          </p:nvSpPr>
          <p:spPr>
            <a:xfrm>
              <a:off x="3686555" y="1472184"/>
              <a:ext cx="167640" cy="58419"/>
            </a:xfrm>
            <a:custGeom>
              <a:avLst/>
              <a:gdLst/>
              <a:ahLst/>
              <a:cxnLst/>
              <a:rect l="l" t="t" r="r" b="b"/>
              <a:pathLst>
                <a:path w="167639" h="58419">
                  <a:moveTo>
                    <a:pt x="0" y="0"/>
                  </a:moveTo>
                  <a:lnTo>
                    <a:pt x="167640" y="0"/>
                  </a:lnTo>
                  <a:lnTo>
                    <a:pt x="167640" y="57912"/>
                  </a:lnTo>
                  <a:lnTo>
                    <a:pt x="0" y="57912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ED7C31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02" name="object 20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825239" y="1647444"/>
              <a:ext cx="56387" cy="56387"/>
            </a:xfrm>
            <a:prstGeom prst="rect">
              <a:avLst/>
            </a:prstGeom>
          </p:spPr>
        </p:pic>
        <p:pic>
          <p:nvPicPr>
            <p:cNvPr id="203" name="object 20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22858" y="1645062"/>
              <a:ext cx="61150" cy="61150"/>
            </a:xfrm>
            <a:prstGeom prst="rect">
              <a:avLst/>
            </a:prstGeom>
          </p:spPr>
        </p:pic>
        <p:sp>
          <p:nvSpPr>
            <p:cNvPr id="204" name="object 204"/>
            <p:cNvSpPr/>
            <p:nvPr/>
          </p:nvSpPr>
          <p:spPr>
            <a:xfrm>
              <a:off x="3825239" y="1647444"/>
              <a:ext cx="56515" cy="56515"/>
            </a:xfrm>
            <a:custGeom>
              <a:avLst/>
              <a:gdLst/>
              <a:ahLst/>
              <a:cxnLst/>
              <a:rect l="l" t="t" r="r" b="b"/>
              <a:pathLst>
                <a:path w="56514" h="56514">
                  <a:moveTo>
                    <a:pt x="28956" y="0"/>
                  </a:moveTo>
                  <a:lnTo>
                    <a:pt x="56387" y="27431"/>
                  </a:lnTo>
                  <a:lnTo>
                    <a:pt x="28956" y="56387"/>
                  </a:lnTo>
                  <a:lnTo>
                    <a:pt x="0" y="27431"/>
                  </a:lnTo>
                  <a:lnTo>
                    <a:pt x="28956" y="0"/>
                  </a:lnTo>
                  <a:close/>
                </a:path>
              </a:pathLst>
            </a:custGeom>
            <a:ln w="4762">
              <a:solidFill>
                <a:srgbClr val="00509A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05" name="object 205"/>
            <p:cNvSpPr/>
            <p:nvPr/>
          </p:nvSpPr>
          <p:spPr>
            <a:xfrm>
              <a:off x="3854195" y="1822704"/>
              <a:ext cx="1009015" cy="56515"/>
            </a:xfrm>
            <a:custGeom>
              <a:avLst/>
              <a:gdLst/>
              <a:ahLst/>
              <a:cxnLst/>
              <a:rect l="l" t="t" r="r" b="b"/>
              <a:pathLst>
                <a:path w="1009014" h="56514">
                  <a:moveTo>
                    <a:pt x="0" y="0"/>
                  </a:moveTo>
                  <a:lnTo>
                    <a:pt x="1008887" y="0"/>
                  </a:lnTo>
                  <a:lnTo>
                    <a:pt x="1008887" y="56387"/>
                  </a:lnTo>
                  <a:lnTo>
                    <a:pt x="0" y="56387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06" name="object 20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838956" y="1834895"/>
              <a:ext cx="28955" cy="28955"/>
            </a:xfrm>
            <a:prstGeom prst="rect">
              <a:avLst/>
            </a:prstGeom>
          </p:spPr>
        </p:pic>
        <p:sp>
          <p:nvSpPr>
            <p:cNvPr id="207" name="object 207"/>
            <p:cNvSpPr/>
            <p:nvPr/>
          </p:nvSpPr>
          <p:spPr>
            <a:xfrm>
              <a:off x="3838956" y="1834895"/>
              <a:ext cx="29209" cy="29209"/>
            </a:xfrm>
            <a:custGeom>
              <a:avLst/>
              <a:gdLst/>
              <a:ahLst/>
              <a:cxnLst/>
              <a:rect l="l" t="t" r="r" b="b"/>
              <a:pathLst>
                <a:path w="29210" h="29210">
                  <a:moveTo>
                    <a:pt x="0" y="0"/>
                  </a:moveTo>
                  <a:lnTo>
                    <a:pt x="28955" y="0"/>
                  </a:lnTo>
                  <a:lnTo>
                    <a:pt x="28955" y="28955"/>
                  </a:lnTo>
                  <a:lnTo>
                    <a:pt x="0" y="28955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B1B1B1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08" name="object 208"/>
            <p:cNvSpPr/>
            <p:nvPr/>
          </p:nvSpPr>
          <p:spPr>
            <a:xfrm>
              <a:off x="3838956" y="1834895"/>
              <a:ext cx="29209" cy="29209"/>
            </a:xfrm>
            <a:custGeom>
              <a:avLst/>
              <a:gdLst/>
              <a:ahLst/>
              <a:cxnLst/>
              <a:rect l="l" t="t" r="r" b="b"/>
              <a:pathLst>
                <a:path w="29210" h="29210">
                  <a:moveTo>
                    <a:pt x="0" y="0"/>
                  </a:moveTo>
                  <a:lnTo>
                    <a:pt x="28955" y="0"/>
                  </a:lnTo>
                  <a:lnTo>
                    <a:pt x="28955" y="28955"/>
                  </a:lnTo>
                  <a:lnTo>
                    <a:pt x="0" y="28955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09" name="object 209"/>
            <p:cNvSpPr/>
            <p:nvPr/>
          </p:nvSpPr>
          <p:spPr>
            <a:xfrm>
              <a:off x="3966972" y="2200655"/>
              <a:ext cx="224154" cy="56515"/>
            </a:xfrm>
            <a:custGeom>
              <a:avLst/>
              <a:gdLst/>
              <a:ahLst/>
              <a:cxnLst/>
              <a:rect l="l" t="t" r="r" b="b"/>
              <a:pathLst>
                <a:path w="224154" h="56514">
                  <a:moveTo>
                    <a:pt x="224027" y="56388"/>
                  </a:moveTo>
                  <a:lnTo>
                    <a:pt x="0" y="56388"/>
                  </a:lnTo>
                  <a:lnTo>
                    <a:pt x="0" y="0"/>
                  </a:lnTo>
                  <a:lnTo>
                    <a:pt x="224027" y="0"/>
                  </a:lnTo>
                  <a:lnTo>
                    <a:pt x="224027" y="56388"/>
                  </a:lnTo>
                  <a:close/>
                </a:path>
              </a:pathLst>
            </a:custGeom>
            <a:solidFill>
              <a:srgbClr val="89BAED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10" name="object 210"/>
            <p:cNvSpPr/>
            <p:nvPr/>
          </p:nvSpPr>
          <p:spPr>
            <a:xfrm>
              <a:off x="3966972" y="2200655"/>
              <a:ext cx="224154" cy="56515"/>
            </a:xfrm>
            <a:custGeom>
              <a:avLst/>
              <a:gdLst/>
              <a:ahLst/>
              <a:cxnLst/>
              <a:rect l="l" t="t" r="r" b="b"/>
              <a:pathLst>
                <a:path w="224154" h="56514">
                  <a:moveTo>
                    <a:pt x="0" y="0"/>
                  </a:moveTo>
                  <a:lnTo>
                    <a:pt x="224027" y="0"/>
                  </a:lnTo>
                  <a:lnTo>
                    <a:pt x="224027" y="56388"/>
                  </a:lnTo>
                  <a:lnTo>
                    <a:pt x="0" y="56388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89BAE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11" name="object 211"/>
            <p:cNvSpPr/>
            <p:nvPr/>
          </p:nvSpPr>
          <p:spPr>
            <a:xfrm>
              <a:off x="4190999" y="2374392"/>
              <a:ext cx="224154" cy="58419"/>
            </a:xfrm>
            <a:custGeom>
              <a:avLst/>
              <a:gdLst/>
              <a:ahLst/>
              <a:cxnLst/>
              <a:rect l="l" t="t" r="r" b="b"/>
              <a:pathLst>
                <a:path w="224154" h="58419">
                  <a:moveTo>
                    <a:pt x="224027" y="57912"/>
                  </a:moveTo>
                  <a:lnTo>
                    <a:pt x="0" y="57912"/>
                  </a:lnTo>
                  <a:lnTo>
                    <a:pt x="0" y="0"/>
                  </a:lnTo>
                  <a:lnTo>
                    <a:pt x="224027" y="0"/>
                  </a:lnTo>
                  <a:lnTo>
                    <a:pt x="224027" y="57912"/>
                  </a:lnTo>
                  <a:close/>
                </a:path>
              </a:pathLst>
            </a:custGeom>
            <a:solidFill>
              <a:srgbClr val="89BAED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12" name="object 212"/>
            <p:cNvSpPr/>
            <p:nvPr/>
          </p:nvSpPr>
          <p:spPr>
            <a:xfrm>
              <a:off x="4190999" y="2374392"/>
              <a:ext cx="224154" cy="58419"/>
            </a:xfrm>
            <a:custGeom>
              <a:avLst/>
              <a:gdLst/>
              <a:ahLst/>
              <a:cxnLst/>
              <a:rect l="l" t="t" r="r" b="b"/>
              <a:pathLst>
                <a:path w="224154" h="58419">
                  <a:moveTo>
                    <a:pt x="0" y="0"/>
                  </a:moveTo>
                  <a:lnTo>
                    <a:pt x="224027" y="0"/>
                  </a:lnTo>
                  <a:lnTo>
                    <a:pt x="224027" y="57912"/>
                  </a:lnTo>
                  <a:lnTo>
                    <a:pt x="0" y="57912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89BAE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13" name="object 213"/>
            <p:cNvSpPr/>
            <p:nvPr/>
          </p:nvSpPr>
          <p:spPr>
            <a:xfrm>
              <a:off x="4415027" y="2549651"/>
              <a:ext cx="364490" cy="56515"/>
            </a:xfrm>
            <a:custGeom>
              <a:avLst/>
              <a:gdLst/>
              <a:ahLst/>
              <a:cxnLst/>
              <a:rect l="l" t="t" r="r" b="b"/>
              <a:pathLst>
                <a:path w="364489" h="56514">
                  <a:moveTo>
                    <a:pt x="364236" y="56388"/>
                  </a:moveTo>
                  <a:lnTo>
                    <a:pt x="0" y="56388"/>
                  </a:lnTo>
                  <a:lnTo>
                    <a:pt x="0" y="0"/>
                  </a:lnTo>
                  <a:lnTo>
                    <a:pt x="364236" y="0"/>
                  </a:lnTo>
                  <a:lnTo>
                    <a:pt x="364236" y="56388"/>
                  </a:lnTo>
                  <a:close/>
                </a:path>
              </a:pathLst>
            </a:custGeom>
            <a:solidFill>
              <a:srgbClr val="89BAED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14" name="object 214"/>
            <p:cNvSpPr/>
            <p:nvPr/>
          </p:nvSpPr>
          <p:spPr>
            <a:xfrm>
              <a:off x="4415027" y="2549651"/>
              <a:ext cx="364490" cy="56515"/>
            </a:xfrm>
            <a:custGeom>
              <a:avLst/>
              <a:gdLst/>
              <a:ahLst/>
              <a:cxnLst/>
              <a:rect l="l" t="t" r="r" b="b"/>
              <a:pathLst>
                <a:path w="364489" h="56514">
                  <a:moveTo>
                    <a:pt x="0" y="0"/>
                  </a:moveTo>
                  <a:lnTo>
                    <a:pt x="364236" y="0"/>
                  </a:lnTo>
                  <a:lnTo>
                    <a:pt x="364236" y="56388"/>
                  </a:lnTo>
                  <a:lnTo>
                    <a:pt x="0" y="56388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89BAE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15" name="object 215"/>
            <p:cNvSpPr/>
            <p:nvPr/>
          </p:nvSpPr>
          <p:spPr>
            <a:xfrm>
              <a:off x="4779263" y="2724911"/>
              <a:ext cx="55244" cy="56515"/>
            </a:xfrm>
            <a:custGeom>
              <a:avLst/>
              <a:gdLst/>
              <a:ahLst/>
              <a:cxnLst/>
              <a:rect l="l" t="t" r="r" b="b"/>
              <a:pathLst>
                <a:path w="55245" h="56514">
                  <a:moveTo>
                    <a:pt x="54863" y="56388"/>
                  </a:moveTo>
                  <a:lnTo>
                    <a:pt x="0" y="56388"/>
                  </a:lnTo>
                  <a:lnTo>
                    <a:pt x="0" y="0"/>
                  </a:lnTo>
                  <a:lnTo>
                    <a:pt x="54863" y="0"/>
                  </a:lnTo>
                  <a:lnTo>
                    <a:pt x="54863" y="56388"/>
                  </a:lnTo>
                  <a:close/>
                </a:path>
              </a:pathLst>
            </a:custGeom>
            <a:solidFill>
              <a:srgbClr val="89BAED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16" name="object 216"/>
            <p:cNvSpPr/>
            <p:nvPr/>
          </p:nvSpPr>
          <p:spPr>
            <a:xfrm>
              <a:off x="4779263" y="2724911"/>
              <a:ext cx="55244" cy="56515"/>
            </a:xfrm>
            <a:custGeom>
              <a:avLst/>
              <a:gdLst/>
              <a:ahLst/>
              <a:cxnLst/>
              <a:rect l="l" t="t" r="r" b="b"/>
              <a:pathLst>
                <a:path w="55245" h="56514">
                  <a:moveTo>
                    <a:pt x="0" y="0"/>
                  </a:moveTo>
                  <a:lnTo>
                    <a:pt x="54863" y="0"/>
                  </a:lnTo>
                  <a:lnTo>
                    <a:pt x="54863" y="56388"/>
                  </a:lnTo>
                  <a:lnTo>
                    <a:pt x="0" y="56388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89BAE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17" name="object 217"/>
            <p:cNvSpPr/>
            <p:nvPr/>
          </p:nvSpPr>
          <p:spPr>
            <a:xfrm>
              <a:off x="4834127" y="2900172"/>
              <a:ext cx="29209" cy="56515"/>
            </a:xfrm>
            <a:custGeom>
              <a:avLst/>
              <a:gdLst/>
              <a:ahLst/>
              <a:cxnLst/>
              <a:rect l="l" t="t" r="r" b="b"/>
              <a:pathLst>
                <a:path w="29210" h="56514">
                  <a:moveTo>
                    <a:pt x="28956" y="56387"/>
                  </a:moveTo>
                  <a:lnTo>
                    <a:pt x="0" y="56387"/>
                  </a:lnTo>
                  <a:lnTo>
                    <a:pt x="0" y="0"/>
                  </a:lnTo>
                  <a:lnTo>
                    <a:pt x="28956" y="0"/>
                  </a:lnTo>
                  <a:lnTo>
                    <a:pt x="28956" y="56387"/>
                  </a:lnTo>
                  <a:close/>
                </a:path>
              </a:pathLst>
            </a:custGeom>
            <a:solidFill>
              <a:srgbClr val="89BAED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18" name="object 218"/>
            <p:cNvSpPr/>
            <p:nvPr/>
          </p:nvSpPr>
          <p:spPr>
            <a:xfrm>
              <a:off x="4834127" y="2900172"/>
              <a:ext cx="29209" cy="56515"/>
            </a:xfrm>
            <a:custGeom>
              <a:avLst/>
              <a:gdLst/>
              <a:ahLst/>
              <a:cxnLst/>
              <a:rect l="l" t="t" r="r" b="b"/>
              <a:pathLst>
                <a:path w="29210" h="56514">
                  <a:moveTo>
                    <a:pt x="0" y="0"/>
                  </a:moveTo>
                  <a:lnTo>
                    <a:pt x="28956" y="0"/>
                  </a:lnTo>
                  <a:lnTo>
                    <a:pt x="28956" y="56387"/>
                  </a:lnTo>
                  <a:lnTo>
                    <a:pt x="0" y="56387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89BAED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19" name="object 2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834127" y="3073908"/>
              <a:ext cx="56388" cy="56388"/>
            </a:xfrm>
            <a:prstGeom prst="rect">
              <a:avLst/>
            </a:prstGeom>
          </p:spPr>
        </p:pic>
        <p:pic>
          <p:nvPicPr>
            <p:cNvPr id="220" name="object 22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831746" y="3071526"/>
              <a:ext cx="61150" cy="61150"/>
            </a:xfrm>
            <a:prstGeom prst="rect">
              <a:avLst/>
            </a:prstGeom>
          </p:spPr>
        </p:pic>
        <p:sp>
          <p:nvSpPr>
            <p:cNvPr id="221" name="object 221"/>
            <p:cNvSpPr/>
            <p:nvPr/>
          </p:nvSpPr>
          <p:spPr>
            <a:xfrm>
              <a:off x="4834127" y="3073908"/>
              <a:ext cx="56515" cy="56515"/>
            </a:xfrm>
            <a:custGeom>
              <a:avLst/>
              <a:gdLst/>
              <a:ahLst/>
              <a:cxnLst/>
              <a:rect l="l" t="t" r="r" b="b"/>
              <a:pathLst>
                <a:path w="56514" h="56514">
                  <a:moveTo>
                    <a:pt x="27432" y="0"/>
                  </a:moveTo>
                  <a:lnTo>
                    <a:pt x="56388" y="27432"/>
                  </a:lnTo>
                  <a:lnTo>
                    <a:pt x="27432" y="56388"/>
                  </a:lnTo>
                  <a:lnTo>
                    <a:pt x="0" y="27432"/>
                  </a:lnTo>
                  <a:lnTo>
                    <a:pt x="27432" y="0"/>
                  </a:lnTo>
                  <a:close/>
                </a:path>
              </a:pathLst>
            </a:custGeom>
            <a:ln w="4762">
              <a:solidFill>
                <a:srgbClr val="286701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22" name="object 222"/>
            <p:cNvSpPr/>
            <p:nvPr/>
          </p:nvSpPr>
          <p:spPr>
            <a:xfrm>
              <a:off x="4863083" y="3249167"/>
              <a:ext cx="1120140" cy="58419"/>
            </a:xfrm>
            <a:custGeom>
              <a:avLst/>
              <a:gdLst/>
              <a:ahLst/>
              <a:cxnLst/>
              <a:rect l="l" t="t" r="r" b="b"/>
              <a:pathLst>
                <a:path w="1120139" h="58420">
                  <a:moveTo>
                    <a:pt x="0" y="0"/>
                  </a:moveTo>
                  <a:lnTo>
                    <a:pt x="1120139" y="0"/>
                  </a:lnTo>
                  <a:lnTo>
                    <a:pt x="1120139" y="57912"/>
                  </a:lnTo>
                  <a:lnTo>
                    <a:pt x="0" y="57912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23" name="object 223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847843" y="3262883"/>
              <a:ext cx="27432" cy="27432"/>
            </a:xfrm>
            <a:prstGeom prst="rect">
              <a:avLst/>
            </a:prstGeom>
          </p:spPr>
        </p:pic>
        <p:sp>
          <p:nvSpPr>
            <p:cNvPr id="224" name="object 224"/>
            <p:cNvSpPr/>
            <p:nvPr/>
          </p:nvSpPr>
          <p:spPr>
            <a:xfrm>
              <a:off x="4847843" y="3262883"/>
              <a:ext cx="27940" cy="27940"/>
            </a:xfrm>
            <a:custGeom>
              <a:avLst/>
              <a:gdLst/>
              <a:ahLst/>
              <a:cxnLst/>
              <a:rect l="l" t="t" r="r" b="b"/>
              <a:pathLst>
                <a:path w="27939" h="27939">
                  <a:moveTo>
                    <a:pt x="0" y="0"/>
                  </a:moveTo>
                  <a:lnTo>
                    <a:pt x="27432" y="0"/>
                  </a:lnTo>
                  <a:lnTo>
                    <a:pt x="27432" y="27432"/>
                  </a:lnTo>
                  <a:lnTo>
                    <a:pt x="0" y="27432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B1B1B1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25" name="object 225"/>
            <p:cNvSpPr/>
            <p:nvPr/>
          </p:nvSpPr>
          <p:spPr>
            <a:xfrm>
              <a:off x="4847843" y="3262883"/>
              <a:ext cx="27940" cy="27940"/>
            </a:xfrm>
            <a:custGeom>
              <a:avLst/>
              <a:gdLst/>
              <a:ahLst/>
              <a:cxnLst/>
              <a:rect l="l" t="t" r="r" b="b"/>
              <a:pathLst>
                <a:path w="27939" h="27939">
                  <a:moveTo>
                    <a:pt x="0" y="0"/>
                  </a:moveTo>
                  <a:lnTo>
                    <a:pt x="27432" y="0"/>
                  </a:lnTo>
                  <a:lnTo>
                    <a:pt x="27432" y="27432"/>
                  </a:lnTo>
                  <a:lnTo>
                    <a:pt x="0" y="27432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26" name="object 226"/>
            <p:cNvSpPr/>
            <p:nvPr/>
          </p:nvSpPr>
          <p:spPr>
            <a:xfrm>
              <a:off x="4863083" y="3451859"/>
              <a:ext cx="29209" cy="56515"/>
            </a:xfrm>
            <a:custGeom>
              <a:avLst/>
              <a:gdLst/>
              <a:ahLst/>
              <a:cxnLst/>
              <a:rect l="l" t="t" r="r" b="b"/>
              <a:pathLst>
                <a:path w="29210" h="56514">
                  <a:moveTo>
                    <a:pt x="28955" y="56388"/>
                  </a:moveTo>
                  <a:lnTo>
                    <a:pt x="0" y="56388"/>
                  </a:lnTo>
                  <a:lnTo>
                    <a:pt x="0" y="0"/>
                  </a:lnTo>
                  <a:lnTo>
                    <a:pt x="28955" y="0"/>
                  </a:lnTo>
                  <a:lnTo>
                    <a:pt x="28955" y="56388"/>
                  </a:lnTo>
                  <a:close/>
                </a:path>
              </a:pathLst>
            </a:custGeom>
            <a:solidFill>
              <a:srgbClr val="70AC46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27" name="object 227"/>
            <p:cNvSpPr/>
            <p:nvPr/>
          </p:nvSpPr>
          <p:spPr>
            <a:xfrm>
              <a:off x="4863083" y="3451859"/>
              <a:ext cx="29209" cy="56515"/>
            </a:xfrm>
            <a:custGeom>
              <a:avLst/>
              <a:gdLst/>
              <a:ahLst/>
              <a:cxnLst/>
              <a:rect l="l" t="t" r="r" b="b"/>
              <a:pathLst>
                <a:path w="29210" h="56514">
                  <a:moveTo>
                    <a:pt x="0" y="0"/>
                  </a:moveTo>
                  <a:lnTo>
                    <a:pt x="28955" y="0"/>
                  </a:lnTo>
                  <a:lnTo>
                    <a:pt x="28955" y="56388"/>
                  </a:lnTo>
                  <a:lnTo>
                    <a:pt x="0" y="56388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70AC46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28" name="object 228"/>
            <p:cNvSpPr/>
            <p:nvPr/>
          </p:nvSpPr>
          <p:spPr>
            <a:xfrm>
              <a:off x="4946903" y="3627119"/>
              <a:ext cx="867410" cy="56515"/>
            </a:xfrm>
            <a:custGeom>
              <a:avLst/>
              <a:gdLst/>
              <a:ahLst/>
              <a:cxnLst/>
              <a:rect l="l" t="t" r="r" b="b"/>
              <a:pathLst>
                <a:path w="867410" h="56514">
                  <a:moveTo>
                    <a:pt x="0" y="0"/>
                  </a:moveTo>
                  <a:lnTo>
                    <a:pt x="867156" y="0"/>
                  </a:lnTo>
                  <a:lnTo>
                    <a:pt x="867156" y="56388"/>
                  </a:lnTo>
                  <a:lnTo>
                    <a:pt x="0" y="56388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29" name="object 229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931663" y="3639311"/>
              <a:ext cx="28955" cy="28956"/>
            </a:xfrm>
            <a:prstGeom prst="rect">
              <a:avLst/>
            </a:prstGeom>
          </p:spPr>
        </p:pic>
        <p:pic>
          <p:nvPicPr>
            <p:cNvPr id="230" name="object 23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929282" y="3636930"/>
              <a:ext cx="33718" cy="33718"/>
            </a:xfrm>
            <a:prstGeom prst="rect">
              <a:avLst/>
            </a:prstGeom>
          </p:spPr>
        </p:pic>
        <p:sp>
          <p:nvSpPr>
            <p:cNvPr id="231" name="object 231"/>
            <p:cNvSpPr/>
            <p:nvPr/>
          </p:nvSpPr>
          <p:spPr>
            <a:xfrm>
              <a:off x="4931663" y="3639311"/>
              <a:ext cx="29209" cy="29209"/>
            </a:xfrm>
            <a:custGeom>
              <a:avLst/>
              <a:gdLst/>
              <a:ahLst/>
              <a:cxnLst/>
              <a:rect l="l" t="t" r="r" b="b"/>
              <a:pathLst>
                <a:path w="29210" h="29210">
                  <a:moveTo>
                    <a:pt x="0" y="0"/>
                  </a:moveTo>
                  <a:lnTo>
                    <a:pt x="28955" y="0"/>
                  </a:lnTo>
                  <a:lnTo>
                    <a:pt x="28955" y="28956"/>
                  </a:lnTo>
                  <a:lnTo>
                    <a:pt x="0" y="28956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070707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32" name="object 232"/>
            <p:cNvSpPr/>
            <p:nvPr/>
          </p:nvSpPr>
          <p:spPr>
            <a:xfrm>
              <a:off x="4946903" y="3802380"/>
              <a:ext cx="140335" cy="56515"/>
            </a:xfrm>
            <a:custGeom>
              <a:avLst/>
              <a:gdLst/>
              <a:ahLst/>
              <a:cxnLst/>
              <a:rect l="l" t="t" r="r" b="b"/>
              <a:pathLst>
                <a:path w="140335" h="56514">
                  <a:moveTo>
                    <a:pt x="140208" y="56387"/>
                  </a:moveTo>
                  <a:lnTo>
                    <a:pt x="0" y="56387"/>
                  </a:lnTo>
                  <a:lnTo>
                    <a:pt x="0" y="0"/>
                  </a:lnTo>
                  <a:lnTo>
                    <a:pt x="140208" y="0"/>
                  </a:lnTo>
                  <a:lnTo>
                    <a:pt x="140208" y="56387"/>
                  </a:lnTo>
                  <a:close/>
                </a:path>
              </a:pathLst>
            </a:custGeom>
            <a:solidFill>
              <a:srgbClr val="70AC46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33" name="object 233"/>
            <p:cNvSpPr/>
            <p:nvPr/>
          </p:nvSpPr>
          <p:spPr>
            <a:xfrm>
              <a:off x="4946903" y="3802380"/>
              <a:ext cx="140335" cy="56515"/>
            </a:xfrm>
            <a:custGeom>
              <a:avLst/>
              <a:gdLst/>
              <a:ahLst/>
              <a:cxnLst/>
              <a:rect l="l" t="t" r="r" b="b"/>
              <a:pathLst>
                <a:path w="140335" h="56514">
                  <a:moveTo>
                    <a:pt x="0" y="0"/>
                  </a:moveTo>
                  <a:lnTo>
                    <a:pt x="140208" y="0"/>
                  </a:lnTo>
                  <a:lnTo>
                    <a:pt x="140208" y="56387"/>
                  </a:lnTo>
                  <a:lnTo>
                    <a:pt x="0" y="56387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70AC46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34" name="object 234"/>
            <p:cNvSpPr/>
            <p:nvPr/>
          </p:nvSpPr>
          <p:spPr>
            <a:xfrm>
              <a:off x="5143499" y="3976116"/>
              <a:ext cx="307975" cy="58419"/>
            </a:xfrm>
            <a:custGeom>
              <a:avLst/>
              <a:gdLst/>
              <a:ahLst/>
              <a:cxnLst/>
              <a:rect l="l" t="t" r="r" b="b"/>
              <a:pathLst>
                <a:path w="307975" h="58420">
                  <a:moveTo>
                    <a:pt x="307848" y="57911"/>
                  </a:moveTo>
                  <a:lnTo>
                    <a:pt x="0" y="57911"/>
                  </a:lnTo>
                  <a:lnTo>
                    <a:pt x="0" y="0"/>
                  </a:lnTo>
                  <a:lnTo>
                    <a:pt x="307848" y="0"/>
                  </a:lnTo>
                  <a:lnTo>
                    <a:pt x="307848" y="57911"/>
                  </a:lnTo>
                  <a:close/>
                </a:path>
              </a:pathLst>
            </a:custGeom>
            <a:solidFill>
              <a:srgbClr val="70AC46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35" name="object 235"/>
            <p:cNvSpPr/>
            <p:nvPr/>
          </p:nvSpPr>
          <p:spPr>
            <a:xfrm>
              <a:off x="5143499" y="3976116"/>
              <a:ext cx="307975" cy="58419"/>
            </a:xfrm>
            <a:custGeom>
              <a:avLst/>
              <a:gdLst/>
              <a:ahLst/>
              <a:cxnLst/>
              <a:rect l="l" t="t" r="r" b="b"/>
              <a:pathLst>
                <a:path w="307975" h="58420">
                  <a:moveTo>
                    <a:pt x="0" y="0"/>
                  </a:moveTo>
                  <a:lnTo>
                    <a:pt x="307848" y="0"/>
                  </a:lnTo>
                  <a:lnTo>
                    <a:pt x="307848" y="57911"/>
                  </a:lnTo>
                  <a:lnTo>
                    <a:pt x="0" y="57911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70AC46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36" name="object 236"/>
            <p:cNvSpPr/>
            <p:nvPr/>
          </p:nvSpPr>
          <p:spPr>
            <a:xfrm>
              <a:off x="5451348" y="4151376"/>
              <a:ext cx="363220" cy="58419"/>
            </a:xfrm>
            <a:custGeom>
              <a:avLst/>
              <a:gdLst/>
              <a:ahLst/>
              <a:cxnLst/>
              <a:rect l="l" t="t" r="r" b="b"/>
              <a:pathLst>
                <a:path w="363220" h="58420">
                  <a:moveTo>
                    <a:pt x="362712" y="57912"/>
                  </a:moveTo>
                  <a:lnTo>
                    <a:pt x="0" y="57912"/>
                  </a:lnTo>
                  <a:lnTo>
                    <a:pt x="0" y="0"/>
                  </a:lnTo>
                  <a:lnTo>
                    <a:pt x="362712" y="0"/>
                  </a:lnTo>
                  <a:lnTo>
                    <a:pt x="362712" y="57912"/>
                  </a:lnTo>
                  <a:close/>
                </a:path>
              </a:pathLst>
            </a:custGeom>
            <a:solidFill>
              <a:srgbClr val="70AC46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37" name="object 237"/>
            <p:cNvSpPr/>
            <p:nvPr/>
          </p:nvSpPr>
          <p:spPr>
            <a:xfrm>
              <a:off x="5451348" y="4151376"/>
              <a:ext cx="363220" cy="58419"/>
            </a:xfrm>
            <a:custGeom>
              <a:avLst/>
              <a:gdLst/>
              <a:ahLst/>
              <a:cxnLst/>
              <a:rect l="l" t="t" r="r" b="b"/>
              <a:pathLst>
                <a:path w="363220" h="58420">
                  <a:moveTo>
                    <a:pt x="0" y="0"/>
                  </a:moveTo>
                  <a:lnTo>
                    <a:pt x="362712" y="0"/>
                  </a:lnTo>
                  <a:lnTo>
                    <a:pt x="362712" y="57912"/>
                  </a:lnTo>
                  <a:lnTo>
                    <a:pt x="0" y="57912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70AC46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38" name="object 238"/>
            <p:cNvSpPr/>
            <p:nvPr/>
          </p:nvSpPr>
          <p:spPr>
            <a:xfrm>
              <a:off x="4946903" y="4326635"/>
              <a:ext cx="307975" cy="56515"/>
            </a:xfrm>
            <a:custGeom>
              <a:avLst/>
              <a:gdLst/>
              <a:ahLst/>
              <a:cxnLst/>
              <a:rect l="l" t="t" r="r" b="b"/>
              <a:pathLst>
                <a:path w="307975" h="56514">
                  <a:moveTo>
                    <a:pt x="307848" y="56388"/>
                  </a:moveTo>
                  <a:lnTo>
                    <a:pt x="0" y="56388"/>
                  </a:lnTo>
                  <a:lnTo>
                    <a:pt x="0" y="0"/>
                  </a:lnTo>
                  <a:lnTo>
                    <a:pt x="307848" y="0"/>
                  </a:lnTo>
                  <a:lnTo>
                    <a:pt x="307848" y="56388"/>
                  </a:lnTo>
                  <a:close/>
                </a:path>
              </a:pathLst>
            </a:custGeom>
            <a:solidFill>
              <a:srgbClr val="70AC46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39" name="object 239"/>
            <p:cNvSpPr/>
            <p:nvPr/>
          </p:nvSpPr>
          <p:spPr>
            <a:xfrm>
              <a:off x="4946903" y="4326635"/>
              <a:ext cx="307975" cy="56515"/>
            </a:xfrm>
            <a:custGeom>
              <a:avLst/>
              <a:gdLst/>
              <a:ahLst/>
              <a:cxnLst/>
              <a:rect l="l" t="t" r="r" b="b"/>
              <a:pathLst>
                <a:path w="307975" h="56514">
                  <a:moveTo>
                    <a:pt x="0" y="0"/>
                  </a:moveTo>
                  <a:lnTo>
                    <a:pt x="307848" y="0"/>
                  </a:lnTo>
                  <a:lnTo>
                    <a:pt x="307848" y="56388"/>
                  </a:lnTo>
                  <a:lnTo>
                    <a:pt x="0" y="56388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70AC46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40" name="object 240"/>
            <p:cNvSpPr/>
            <p:nvPr/>
          </p:nvSpPr>
          <p:spPr>
            <a:xfrm>
              <a:off x="5254751" y="4501896"/>
              <a:ext cx="364490" cy="56515"/>
            </a:xfrm>
            <a:custGeom>
              <a:avLst/>
              <a:gdLst/>
              <a:ahLst/>
              <a:cxnLst/>
              <a:rect l="l" t="t" r="r" b="b"/>
              <a:pathLst>
                <a:path w="364489" h="56514">
                  <a:moveTo>
                    <a:pt x="364235" y="56387"/>
                  </a:moveTo>
                  <a:lnTo>
                    <a:pt x="0" y="56387"/>
                  </a:lnTo>
                  <a:lnTo>
                    <a:pt x="0" y="0"/>
                  </a:lnTo>
                  <a:lnTo>
                    <a:pt x="364235" y="0"/>
                  </a:lnTo>
                  <a:lnTo>
                    <a:pt x="364235" y="56387"/>
                  </a:lnTo>
                  <a:close/>
                </a:path>
              </a:pathLst>
            </a:custGeom>
            <a:solidFill>
              <a:srgbClr val="70AC46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41" name="object 241"/>
            <p:cNvSpPr/>
            <p:nvPr/>
          </p:nvSpPr>
          <p:spPr>
            <a:xfrm>
              <a:off x="5254751" y="4501896"/>
              <a:ext cx="364490" cy="56515"/>
            </a:xfrm>
            <a:custGeom>
              <a:avLst/>
              <a:gdLst/>
              <a:ahLst/>
              <a:cxnLst/>
              <a:rect l="l" t="t" r="r" b="b"/>
              <a:pathLst>
                <a:path w="364489" h="56514">
                  <a:moveTo>
                    <a:pt x="0" y="0"/>
                  </a:moveTo>
                  <a:lnTo>
                    <a:pt x="364235" y="0"/>
                  </a:lnTo>
                  <a:lnTo>
                    <a:pt x="364235" y="56387"/>
                  </a:lnTo>
                  <a:lnTo>
                    <a:pt x="0" y="56387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70AC46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42" name="object 242"/>
            <p:cNvSpPr/>
            <p:nvPr/>
          </p:nvSpPr>
          <p:spPr>
            <a:xfrm>
              <a:off x="5618987" y="4677155"/>
              <a:ext cx="195580" cy="56515"/>
            </a:xfrm>
            <a:custGeom>
              <a:avLst/>
              <a:gdLst/>
              <a:ahLst/>
              <a:cxnLst/>
              <a:rect l="l" t="t" r="r" b="b"/>
              <a:pathLst>
                <a:path w="195579" h="56514">
                  <a:moveTo>
                    <a:pt x="195072" y="56387"/>
                  </a:moveTo>
                  <a:lnTo>
                    <a:pt x="0" y="56387"/>
                  </a:lnTo>
                  <a:lnTo>
                    <a:pt x="0" y="0"/>
                  </a:lnTo>
                  <a:lnTo>
                    <a:pt x="195072" y="0"/>
                  </a:lnTo>
                  <a:lnTo>
                    <a:pt x="195072" y="56387"/>
                  </a:lnTo>
                  <a:close/>
                </a:path>
              </a:pathLst>
            </a:custGeom>
            <a:solidFill>
              <a:srgbClr val="70AC46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43" name="object 243"/>
            <p:cNvSpPr/>
            <p:nvPr/>
          </p:nvSpPr>
          <p:spPr>
            <a:xfrm>
              <a:off x="5618987" y="4677155"/>
              <a:ext cx="195580" cy="56515"/>
            </a:xfrm>
            <a:custGeom>
              <a:avLst/>
              <a:gdLst/>
              <a:ahLst/>
              <a:cxnLst/>
              <a:rect l="l" t="t" r="r" b="b"/>
              <a:pathLst>
                <a:path w="195579" h="56514">
                  <a:moveTo>
                    <a:pt x="0" y="0"/>
                  </a:moveTo>
                  <a:lnTo>
                    <a:pt x="195072" y="0"/>
                  </a:lnTo>
                  <a:lnTo>
                    <a:pt x="195072" y="56387"/>
                  </a:lnTo>
                  <a:lnTo>
                    <a:pt x="0" y="56387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70AC46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44" name="object 244"/>
            <p:cNvSpPr/>
            <p:nvPr/>
          </p:nvSpPr>
          <p:spPr>
            <a:xfrm>
              <a:off x="5814060" y="4850891"/>
              <a:ext cx="169545" cy="58419"/>
            </a:xfrm>
            <a:custGeom>
              <a:avLst/>
              <a:gdLst/>
              <a:ahLst/>
              <a:cxnLst/>
              <a:rect l="l" t="t" r="r" b="b"/>
              <a:pathLst>
                <a:path w="169545" h="58420">
                  <a:moveTo>
                    <a:pt x="169163" y="57911"/>
                  </a:moveTo>
                  <a:lnTo>
                    <a:pt x="0" y="57911"/>
                  </a:lnTo>
                  <a:lnTo>
                    <a:pt x="0" y="0"/>
                  </a:lnTo>
                  <a:lnTo>
                    <a:pt x="169163" y="0"/>
                  </a:lnTo>
                  <a:lnTo>
                    <a:pt x="169163" y="57911"/>
                  </a:lnTo>
                  <a:close/>
                </a:path>
              </a:pathLst>
            </a:custGeom>
            <a:solidFill>
              <a:srgbClr val="70AC46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45" name="object 245"/>
            <p:cNvSpPr/>
            <p:nvPr/>
          </p:nvSpPr>
          <p:spPr>
            <a:xfrm>
              <a:off x="5814060" y="4850891"/>
              <a:ext cx="169545" cy="58419"/>
            </a:xfrm>
            <a:custGeom>
              <a:avLst/>
              <a:gdLst/>
              <a:ahLst/>
              <a:cxnLst/>
              <a:rect l="l" t="t" r="r" b="b"/>
              <a:pathLst>
                <a:path w="169545" h="58420">
                  <a:moveTo>
                    <a:pt x="0" y="0"/>
                  </a:moveTo>
                  <a:lnTo>
                    <a:pt x="169163" y="0"/>
                  </a:lnTo>
                  <a:lnTo>
                    <a:pt x="169163" y="57911"/>
                  </a:lnTo>
                  <a:lnTo>
                    <a:pt x="0" y="57911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70AC46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46" name="object 246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5954267" y="5024628"/>
              <a:ext cx="56387" cy="57911"/>
            </a:xfrm>
            <a:prstGeom prst="rect">
              <a:avLst/>
            </a:prstGeom>
          </p:spPr>
        </p:pic>
        <p:pic>
          <p:nvPicPr>
            <p:cNvPr id="247" name="object 247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951886" y="5022246"/>
              <a:ext cx="61150" cy="62674"/>
            </a:xfrm>
            <a:prstGeom prst="rect">
              <a:avLst/>
            </a:prstGeom>
          </p:spPr>
        </p:pic>
        <p:sp>
          <p:nvSpPr>
            <p:cNvPr id="248" name="object 248"/>
            <p:cNvSpPr/>
            <p:nvPr/>
          </p:nvSpPr>
          <p:spPr>
            <a:xfrm>
              <a:off x="5954267" y="5024628"/>
              <a:ext cx="56515" cy="58419"/>
            </a:xfrm>
            <a:custGeom>
              <a:avLst/>
              <a:gdLst/>
              <a:ahLst/>
              <a:cxnLst/>
              <a:rect l="l" t="t" r="r" b="b"/>
              <a:pathLst>
                <a:path w="56514" h="58420">
                  <a:moveTo>
                    <a:pt x="27432" y="0"/>
                  </a:moveTo>
                  <a:lnTo>
                    <a:pt x="56387" y="28955"/>
                  </a:lnTo>
                  <a:lnTo>
                    <a:pt x="27432" y="57911"/>
                  </a:lnTo>
                  <a:lnTo>
                    <a:pt x="0" y="28955"/>
                  </a:lnTo>
                  <a:lnTo>
                    <a:pt x="27432" y="0"/>
                  </a:lnTo>
                  <a:close/>
                </a:path>
              </a:pathLst>
            </a:custGeom>
            <a:ln w="4762">
              <a:solidFill>
                <a:srgbClr val="286701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49" name="object 249"/>
            <p:cNvSpPr/>
            <p:nvPr/>
          </p:nvSpPr>
          <p:spPr>
            <a:xfrm>
              <a:off x="5983223" y="5201412"/>
              <a:ext cx="3499485" cy="56515"/>
            </a:xfrm>
            <a:custGeom>
              <a:avLst/>
              <a:gdLst/>
              <a:ahLst/>
              <a:cxnLst/>
              <a:rect l="l" t="t" r="r" b="b"/>
              <a:pathLst>
                <a:path w="3499484" h="56514">
                  <a:moveTo>
                    <a:pt x="0" y="0"/>
                  </a:moveTo>
                  <a:lnTo>
                    <a:pt x="3499104" y="0"/>
                  </a:lnTo>
                  <a:lnTo>
                    <a:pt x="3499104" y="56387"/>
                  </a:lnTo>
                  <a:lnTo>
                    <a:pt x="0" y="56387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50" name="object 25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967983" y="5213603"/>
              <a:ext cx="27432" cy="28956"/>
            </a:xfrm>
            <a:prstGeom prst="rect">
              <a:avLst/>
            </a:prstGeom>
          </p:spPr>
        </p:pic>
        <p:sp>
          <p:nvSpPr>
            <p:cNvPr id="251" name="object 251"/>
            <p:cNvSpPr/>
            <p:nvPr/>
          </p:nvSpPr>
          <p:spPr>
            <a:xfrm>
              <a:off x="5967983" y="5213603"/>
              <a:ext cx="27940" cy="29209"/>
            </a:xfrm>
            <a:custGeom>
              <a:avLst/>
              <a:gdLst/>
              <a:ahLst/>
              <a:cxnLst/>
              <a:rect l="l" t="t" r="r" b="b"/>
              <a:pathLst>
                <a:path w="27939" h="29210">
                  <a:moveTo>
                    <a:pt x="0" y="0"/>
                  </a:moveTo>
                  <a:lnTo>
                    <a:pt x="27432" y="0"/>
                  </a:lnTo>
                  <a:lnTo>
                    <a:pt x="27432" y="28956"/>
                  </a:lnTo>
                  <a:lnTo>
                    <a:pt x="0" y="28956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B1B1B1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52" name="object 252"/>
            <p:cNvSpPr/>
            <p:nvPr/>
          </p:nvSpPr>
          <p:spPr>
            <a:xfrm>
              <a:off x="5967983" y="5213603"/>
              <a:ext cx="27940" cy="29209"/>
            </a:xfrm>
            <a:custGeom>
              <a:avLst/>
              <a:gdLst/>
              <a:ahLst/>
              <a:cxnLst/>
              <a:rect l="l" t="t" r="r" b="b"/>
              <a:pathLst>
                <a:path w="27939" h="29210">
                  <a:moveTo>
                    <a:pt x="0" y="0"/>
                  </a:moveTo>
                  <a:lnTo>
                    <a:pt x="27432" y="0"/>
                  </a:lnTo>
                  <a:lnTo>
                    <a:pt x="27432" y="28956"/>
                  </a:lnTo>
                  <a:lnTo>
                    <a:pt x="0" y="28956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53" name="object 253"/>
            <p:cNvSpPr/>
            <p:nvPr/>
          </p:nvSpPr>
          <p:spPr>
            <a:xfrm>
              <a:off x="5983223" y="5404103"/>
              <a:ext cx="196850" cy="56515"/>
            </a:xfrm>
            <a:custGeom>
              <a:avLst/>
              <a:gdLst/>
              <a:ahLst/>
              <a:cxnLst/>
              <a:rect l="l" t="t" r="r" b="b"/>
              <a:pathLst>
                <a:path w="196850" h="56514">
                  <a:moveTo>
                    <a:pt x="196596" y="56388"/>
                  </a:moveTo>
                  <a:lnTo>
                    <a:pt x="0" y="56388"/>
                  </a:lnTo>
                  <a:lnTo>
                    <a:pt x="0" y="0"/>
                  </a:lnTo>
                  <a:lnTo>
                    <a:pt x="196596" y="0"/>
                  </a:lnTo>
                  <a:lnTo>
                    <a:pt x="196596" y="56388"/>
                  </a:lnTo>
                  <a:close/>
                </a:path>
              </a:pathLst>
            </a:custGeom>
            <a:solidFill>
              <a:srgbClr val="FFBF00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54" name="object 254"/>
            <p:cNvSpPr/>
            <p:nvPr/>
          </p:nvSpPr>
          <p:spPr>
            <a:xfrm>
              <a:off x="5983223" y="5404103"/>
              <a:ext cx="196850" cy="56515"/>
            </a:xfrm>
            <a:custGeom>
              <a:avLst/>
              <a:gdLst/>
              <a:ahLst/>
              <a:cxnLst/>
              <a:rect l="l" t="t" r="r" b="b"/>
              <a:pathLst>
                <a:path w="196850" h="56514">
                  <a:moveTo>
                    <a:pt x="0" y="0"/>
                  </a:moveTo>
                  <a:lnTo>
                    <a:pt x="196596" y="0"/>
                  </a:lnTo>
                  <a:lnTo>
                    <a:pt x="196596" y="56388"/>
                  </a:lnTo>
                  <a:lnTo>
                    <a:pt x="0" y="56388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FFBF0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55" name="object 255"/>
            <p:cNvSpPr/>
            <p:nvPr/>
          </p:nvSpPr>
          <p:spPr>
            <a:xfrm>
              <a:off x="6179819" y="5577839"/>
              <a:ext cx="1568450" cy="58419"/>
            </a:xfrm>
            <a:custGeom>
              <a:avLst/>
              <a:gdLst/>
              <a:ahLst/>
              <a:cxnLst/>
              <a:rect l="l" t="t" r="r" b="b"/>
              <a:pathLst>
                <a:path w="1568450" h="58420">
                  <a:moveTo>
                    <a:pt x="1568196" y="57912"/>
                  </a:moveTo>
                  <a:lnTo>
                    <a:pt x="0" y="57912"/>
                  </a:lnTo>
                  <a:lnTo>
                    <a:pt x="0" y="0"/>
                  </a:lnTo>
                  <a:lnTo>
                    <a:pt x="1568196" y="0"/>
                  </a:lnTo>
                  <a:lnTo>
                    <a:pt x="1568196" y="57912"/>
                  </a:lnTo>
                  <a:close/>
                </a:path>
              </a:pathLst>
            </a:custGeom>
            <a:solidFill>
              <a:srgbClr val="FFBF00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56" name="object 256"/>
            <p:cNvSpPr/>
            <p:nvPr/>
          </p:nvSpPr>
          <p:spPr>
            <a:xfrm>
              <a:off x="6179819" y="5577839"/>
              <a:ext cx="1568450" cy="58419"/>
            </a:xfrm>
            <a:custGeom>
              <a:avLst/>
              <a:gdLst/>
              <a:ahLst/>
              <a:cxnLst/>
              <a:rect l="l" t="t" r="r" b="b"/>
              <a:pathLst>
                <a:path w="1568450" h="58420">
                  <a:moveTo>
                    <a:pt x="0" y="0"/>
                  </a:moveTo>
                  <a:lnTo>
                    <a:pt x="1568196" y="0"/>
                  </a:lnTo>
                  <a:lnTo>
                    <a:pt x="1568196" y="57912"/>
                  </a:lnTo>
                  <a:lnTo>
                    <a:pt x="0" y="57912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FFBF0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57" name="object 257"/>
            <p:cNvSpPr/>
            <p:nvPr/>
          </p:nvSpPr>
          <p:spPr>
            <a:xfrm>
              <a:off x="7748016" y="5753099"/>
              <a:ext cx="1734820" cy="58419"/>
            </a:xfrm>
            <a:custGeom>
              <a:avLst/>
              <a:gdLst/>
              <a:ahLst/>
              <a:cxnLst/>
              <a:rect l="l" t="t" r="r" b="b"/>
              <a:pathLst>
                <a:path w="1734820" h="58420">
                  <a:moveTo>
                    <a:pt x="1734312" y="57912"/>
                  </a:moveTo>
                  <a:lnTo>
                    <a:pt x="0" y="57912"/>
                  </a:lnTo>
                  <a:lnTo>
                    <a:pt x="0" y="0"/>
                  </a:lnTo>
                  <a:lnTo>
                    <a:pt x="1734312" y="0"/>
                  </a:lnTo>
                  <a:lnTo>
                    <a:pt x="1734312" y="57912"/>
                  </a:lnTo>
                  <a:close/>
                </a:path>
              </a:pathLst>
            </a:custGeom>
            <a:solidFill>
              <a:srgbClr val="FFBF00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58" name="object 258"/>
            <p:cNvSpPr/>
            <p:nvPr/>
          </p:nvSpPr>
          <p:spPr>
            <a:xfrm>
              <a:off x="7748016" y="5753099"/>
              <a:ext cx="1734820" cy="58419"/>
            </a:xfrm>
            <a:custGeom>
              <a:avLst/>
              <a:gdLst/>
              <a:ahLst/>
              <a:cxnLst/>
              <a:rect l="l" t="t" r="r" b="b"/>
              <a:pathLst>
                <a:path w="1734820" h="58420">
                  <a:moveTo>
                    <a:pt x="0" y="0"/>
                  </a:moveTo>
                  <a:lnTo>
                    <a:pt x="1734312" y="0"/>
                  </a:lnTo>
                  <a:lnTo>
                    <a:pt x="1734312" y="57912"/>
                  </a:lnTo>
                  <a:lnTo>
                    <a:pt x="0" y="57912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FFBF0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59" name="object 25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453371" y="5926835"/>
              <a:ext cx="56388" cy="57912"/>
            </a:xfrm>
            <a:prstGeom prst="rect">
              <a:avLst/>
            </a:prstGeom>
          </p:spPr>
        </p:pic>
        <p:pic>
          <p:nvPicPr>
            <p:cNvPr id="260" name="object 260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450990" y="5924454"/>
              <a:ext cx="61150" cy="62674"/>
            </a:xfrm>
            <a:prstGeom prst="rect">
              <a:avLst/>
            </a:prstGeom>
          </p:spPr>
        </p:pic>
        <p:sp>
          <p:nvSpPr>
            <p:cNvPr id="261" name="object 261"/>
            <p:cNvSpPr/>
            <p:nvPr/>
          </p:nvSpPr>
          <p:spPr>
            <a:xfrm>
              <a:off x="9453371" y="5926835"/>
              <a:ext cx="56515" cy="58419"/>
            </a:xfrm>
            <a:custGeom>
              <a:avLst/>
              <a:gdLst/>
              <a:ahLst/>
              <a:cxnLst/>
              <a:rect l="l" t="t" r="r" b="b"/>
              <a:pathLst>
                <a:path w="56515" h="58420">
                  <a:moveTo>
                    <a:pt x="28956" y="0"/>
                  </a:moveTo>
                  <a:lnTo>
                    <a:pt x="56388" y="28956"/>
                  </a:lnTo>
                  <a:lnTo>
                    <a:pt x="28956" y="57912"/>
                  </a:lnTo>
                  <a:lnTo>
                    <a:pt x="0" y="28956"/>
                  </a:lnTo>
                  <a:lnTo>
                    <a:pt x="28956" y="0"/>
                  </a:lnTo>
                  <a:close/>
                </a:path>
              </a:pathLst>
            </a:custGeom>
            <a:ln w="4762">
              <a:solidFill>
                <a:srgbClr val="286701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62" name="object 262"/>
            <p:cNvSpPr/>
            <p:nvPr/>
          </p:nvSpPr>
          <p:spPr>
            <a:xfrm>
              <a:off x="9482327" y="6103620"/>
              <a:ext cx="506095" cy="56515"/>
            </a:xfrm>
            <a:custGeom>
              <a:avLst/>
              <a:gdLst/>
              <a:ahLst/>
              <a:cxnLst/>
              <a:rect l="l" t="t" r="r" b="b"/>
              <a:pathLst>
                <a:path w="506095" h="56514">
                  <a:moveTo>
                    <a:pt x="505967" y="56387"/>
                  </a:moveTo>
                  <a:lnTo>
                    <a:pt x="0" y="56387"/>
                  </a:lnTo>
                  <a:lnTo>
                    <a:pt x="0" y="0"/>
                  </a:lnTo>
                  <a:lnTo>
                    <a:pt x="505967" y="0"/>
                  </a:lnTo>
                  <a:lnTo>
                    <a:pt x="505967" y="56387"/>
                  </a:lnTo>
                  <a:close/>
                </a:path>
              </a:pathLst>
            </a:custGeom>
            <a:solidFill>
              <a:srgbClr val="FFFF00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63" name="object 263"/>
            <p:cNvSpPr/>
            <p:nvPr/>
          </p:nvSpPr>
          <p:spPr>
            <a:xfrm>
              <a:off x="9482327" y="6103620"/>
              <a:ext cx="506095" cy="56515"/>
            </a:xfrm>
            <a:custGeom>
              <a:avLst/>
              <a:gdLst/>
              <a:ahLst/>
              <a:cxnLst/>
              <a:rect l="l" t="t" r="r" b="b"/>
              <a:pathLst>
                <a:path w="506095" h="56514">
                  <a:moveTo>
                    <a:pt x="0" y="0"/>
                  </a:moveTo>
                  <a:lnTo>
                    <a:pt x="505967" y="0"/>
                  </a:lnTo>
                  <a:lnTo>
                    <a:pt x="505967" y="56387"/>
                  </a:lnTo>
                  <a:lnTo>
                    <a:pt x="0" y="56387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FFFF0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64" name="object 264"/>
            <p:cNvSpPr/>
            <p:nvPr/>
          </p:nvSpPr>
          <p:spPr>
            <a:xfrm>
              <a:off x="2819400" y="717804"/>
              <a:ext cx="1035050" cy="56515"/>
            </a:xfrm>
            <a:custGeom>
              <a:avLst/>
              <a:gdLst/>
              <a:ahLst/>
              <a:cxnLst/>
              <a:rect l="l" t="t" r="r" b="b"/>
              <a:pathLst>
                <a:path w="1035050" h="56515">
                  <a:moveTo>
                    <a:pt x="1034796" y="56387"/>
                  </a:moveTo>
                  <a:lnTo>
                    <a:pt x="0" y="56387"/>
                  </a:lnTo>
                  <a:lnTo>
                    <a:pt x="0" y="0"/>
                  </a:lnTo>
                  <a:lnTo>
                    <a:pt x="1034796" y="0"/>
                  </a:lnTo>
                  <a:lnTo>
                    <a:pt x="1034796" y="56387"/>
                  </a:lnTo>
                  <a:close/>
                </a:path>
              </a:pathLst>
            </a:custGeom>
            <a:solidFill>
              <a:srgbClr val="545454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65" name="object 265"/>
            <p:cNvSpPr/>
            <p:nvPr/>
          </p:nvSpPr>
          <p:spPr>
            <a:xfrm>
              <a:off x="2819400" y="717804"/>
              <a:ext cx="1035050" cy="56515"/>
            </a:xfrm>
            <a:custGeom>
              <a:avLst/>
              <a:gdLst/>
              <a:ahLst/>
              <a:cxnLst/>
              <a:rect l="l" t="t" r="r" b="b"/>
              <a:pathLst>
                <a:path w="1035050" h="56515">
                  <a:moveTo>
                    <a:pt x="0" y="0"/>
                  </a:moveTo>
                  <a:lnTo>
                    <a:pt x="1034796" y="0"/>
                  </a:lnTo>
                  <a:lnTo>
                    <a:pt x="1034796" y="56387"/>
                  </a:lnTo>
                  <a:lnTo>
                    <a:pt x="0" y="56387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66" name="object 266"/>
            <p:cNvPicPr/>
            <p:nvPr/>
          </p:nvPicPr>
          <p:blipFill>
            <a:blip r:embed="rId1" cstate="print"/>
            <a:stretch>
              <a:fillRect/>
            </a:stretch>
          </p:blipFill>
          <p:spPr>
            <a:xfrm>
              <a:off x="2802635" y="729995"/>
              <a:ext cx="28956" cy="28956"/>
            </a:xfrm>
            <a:prstGeom prst="rect">
              <a:avLst/>
            </a:prstGeom>
          </p:spPr>
        </p:pic>
        <p:sp>
          <p:nvSpPr>
            <p:cNvPr id="267" name="object 267"/>
            <p:cNvSpPr/>
            <p:nvPr/>
          </p:nvSpPr>
          <p:spPr>
            <a:xfrm>
              <a:off x="2802635" y="729995"/>
              <a:ext cx="29209" cy="29209"/>
            </a:xfrm>
            <a:custGeom>
              <a:avLst/>
              <a:gdLst/>
              <a:ahLst/>
              <a:cxnLst/>
              <a:rect l="l" t="t" r="r" b="b"/>
              <a:pathLst>
                <a:path w="29210" h="29209">
                  <a:moveTo>
                    <a:pt x="0" y="0"/>
                  </a:moveTo>
                  <a:lnTo>
                    <a:pt x="28956" y="0"/>
                  </a:lnTo>
                  <a:lnTo>
                    <a:pt x="28956" y="28956"/>
                  </a:lnTo>
                  <a:lnTo>
                    <a:pt x="0" y="28956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B1B1B1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68" name="object 268"/>
            <p:cNvSpPr/>
            <p:nvPr/>
          </p:nvSpPr>
          <p:spPr>
            <a:xfrm>
              <a:off x="2802635" y="729995"/>
              <a:ext cx="29209" cy="29209"/>
            </a:xfrm>
            <a:custGeom>
              <a:avLst/>
              <a:gdLst/>
              <a:ahLst/>
              <a:cxnLst/>
              <a:rect l="l" t="t" r="r" b="b"/>
              <a:pathLst>
                <a:path w="29210" h="29209">
                  <a:moveTo>
                    <a:pt x="0" y="0"/>
                  </a:moveTo>
                  <a:lnTo>
                    <a:pt x="28956" y="0"/>
                  </a:lnTo>
                  <a:lnTo>
                    <a:pt x="28956" y="28956"/>
                  </a:lnTo>
                  <a:lnTo>
                    <a:pt x="0" y="28956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69" name="object 269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3846575" y="716279"/>
              <a:ext cx="12191" cy="56388"/>
            </a:xfrm>
            <a:prstGeom prst="rect">
              <a:avLst/>
            </a:prstGeom>
          </p:spPr>
        </p:pic>
        <p:sp>
          <p:nvSpPr>
            <p:cNvPr id="270" name="object 270"/>
            <p:cNvSpPr/>
            <p:nvPr/>
          </p:nvSpPr>
          <p:spPr>
            <a:xfrm>
              <a:off x="3846575" y="716279"/>
              <a:ext cx="12700" cy="56515"/>
            </a:xfrm>
            <a:custGeom>
              <a:avLst/>
              <a:gdLst/>
              <a:ahLst/>
              <a:cxnLst/>
              <a:rect l="l" t="t" r="r" b="b"/>
              <a:pathLst>
                <a:path w="12700" h="56515">
                  <a:moveTo>
                    <a:pt x="0" y="0"/>
                  </a:moveTo>
                  <a:lnTo>
                    <a:pt x="12191" y="0"/>
                  </a:lnTo>
                  <a:lnTo>
                    <a:pt x="12191" y="56388"/>
                  </a:lnTo>
                  <a:lnTo>
                    <a:pt x="0" y="56388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070707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</p:grpSp>
      <p:sp>
        <p:nvSpPr>
          <p:cNvPr id="271" name="object 271"/>
          <p:cNvSpPr txBox="1"/>
          <p:nvPr/>
        </p:nvSpPr>
        <p:spPr>
          <a:xfrm>
            <a:off x="4813991" y="1434838"/>
            <a:ext cx="195778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b="1" spc="-20" dirty="0">
                <a:latin typeface="Gadugi" panose="020B0502040204020203"/>
                <a:cs typeface="Gadugi" panose="020B0502040204020203"/>
              </a:rPr>
              <a:t>11/6</a:t>
            </a:r>
            <a:endParaRPr sz="590">
              <a:latin typeface="Gadugi" panose="020B0502040204020203"/>
              <a:cs typeface="Gadugi" panose="020B0502040204020203"/>
            </a:endParaRPr>
          </a:p>
        </p:txBody>
      </p:sp>
      <p:grpSp>
        <p:nvGrpSpPr>
          <p:cNvPr id="272" name="object 272"/>
          <p:cNvGrpSpPr/>
          <p:nvPr/>
        </p:nvGrpSpPr>
        <p:grpSpPr>
          <a:xfrm>
            <a:off x="4726473" y="1649144"/>
            <a:ext cx="937433" cy="57582"/>
            <a:chOff x="3836416" y="1818639"/>
            <a:chExt cx="1033780" cy="63500"/>
          </a:xfrm>
        </p:grpSpPr>
        <p:sp>
          <p:nvSpPr>
            <p:cNvPr id="273" name="object 273"/>
            <p:cNvSpPr/>
            <p:nvPr/>
          </p:nvSpPr>
          <p:spPr>
            <a:xfrm>
              <a:off x="3854196" y="1822703"/>
              <a:ext cx="1009015" cy="56515"/>
            </a:xfrm>
            <a:custGeom>
              <a:avLst/>
              <a:gdLst/>
              <a:ahLst/>
              <a:cxnLst/>
              <a:rect l="l" t="t" r="r" b="b"/>
              <a:pathLst>
                <a:path w="1009014" h="56514">
                  <a:moveTo>
                    <a:pt x="1008887" y="56387"/>
                  </a:moveTo>
                  <a:lnTo>
                    <a:pt x="0" y="56387"/>
                  </a:lnTo>
                  <a:lnTo>
                    <a:pt x="0" y="0"/>
                  </a:lnTo>
                  <a:lnTo>
                    <a:pt x="1008887" y="0"/>
                  </a:lnTo>
                  <a:lnTo>
                    <a:pt x="1008887" y="56387"/>
                  </a:lnTo>
                  <a:close/>
                </a:path>
              </a:pathLst>
            </a:custGeom>
            <a:solidFill>
              <a:srgbClr val="545454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74" name="object 274"/>
            <p:cNvSpPr/>
            <p:nvPr/>
          </p:nvSpPr>
          <p:spPr>
            <a:xfrm>
              <a:off x="3854196" y="1822703"/>
              <a:ext cx="1009015" cy="56515"/>
            </a:xfrm>
            <a:custGeom>
              <a:avLst/>
              <a:gdLst/>
              <a:ahLst/>
              <a:cxnLst/>
              <a:rect l="l" t="t" r="r" b="b"/>
              <a:pathLst>
                <a:path w="1009014" h="56514">
                  <a:moveTo>
                    <a:pt x="0" y="0"/>
                  </a:moveTo>
                  <a:lnTo>
                    <a:pt x="1008887" y="0"/>
                  </a:lnTo>
                  <a:lnTo>
                    <a:pt x="1008887" y="56387"/>
                  </a:lnTo>
                  <a:lnTo>
                    <a:pt x="0" y="56387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75" name="object 27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838956" y="1834895"/>
              <a:ext cx="28955" cy="28955"/>
            </a:xfrm>
            <a:prstGeom prst="rect">
              <a:avLst/>
            </a:prstGeom>
          </p:spPr>
        </p:pic>
        <p:sp>
          <p:nvSpPr>
            <p:cNvPr id="276" name="object 276"/>
            <p:cNvSpPr/>
            <p:nvPr/>
          </p:nvSpPr>
          <p:spPr>
            <a:xfrm>
              <a:off x="3838956" y="1834895"/>
              <a:ext cx="29209" cy="29209"/>
            </a:xfrm>
            <a:custGeom>
              <a:avLst/>
              <a:gdLst/>
              <a:ahLst/>
              <a:cxnLst/>
              <a:rect l="l" t="t" r="r" b="b"/>
              <a:pathLst>
                <a:path w="29210" h="29210">
                  <a:moveTo>
                    <a:pt x="0" y="0"/>
                  </a:moveTo>
                  <a:lnTo>
                    <a:pt x="28955" y="0"/>
                  </a:lnTo>
                  <a:lnTo>
                    <a:pt x="28955" y="28955"/>
                  </a:lnTo>
                  <a:lnTo>
                    <a:pt x="0" y="28955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B1B1B1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77" name="object 277"/>
            <p:cNvSpPr/>
            <p:nvPr/>
          </p:nvSpPr>
          <p:spPr>
            <a:xfrm>
              <a:off x="3838956" y="1834895"/>
              <a:ext cx="29209" cy="29209"/>
            </a:xfrm>
            <a:custGeom>
              <a:avLst/>
              <a:gdLst/>
              <a:ahLst/>
              <a:cxnLst/>
              <a:rect l="l" t="t" r="r" b="b"/>
              <a:pathLst>
                <a:path w="29210" h="29210">
                  <a:moveTo>
                    <a:pt x="0" y="0"/>
                  </a:moveTo>
                  <a:lnTo>
                    <a:pt x="28955" y="0"/>
                  </a:lnTo>
                  <a:lnTo>
                    <a:pt x="28955" y="28955"/>
                  </a:lnTo>
                  <a:lnTo>
                    <a:pt x="0" y="28955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78" name="object 278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4855464" y="1821179"/>
              <a:ext cx="12191" cy="57912"/>
            </a:xfrm>
            <a:prstGeom prst="rect">
              <a:avLst/>
            </a:prstGeom>
          </p:spPr>
        </p:pic>
        <p:sp>
          <p:nvSpPr>
            <p:cNvPr id="279" name="object 279"/>
            <p:cNvSpPr/>
            <p:nvPr/>
          </p:nvSpPr>
          <p:spPr>
            <a:xfrm>
              <a:off x="4855464" y="1821179"/>
              <a:ext cx="12700" cy="58419"/>
            </a:xfrm>
            <a:custGeom>
              <a:avLst/>
              <a:gdLst/>
              <a:ahLst/>
              <a:cxnLst/>
              <a:rect l="l" t="t" r="r" b="b"/>
              <a:pathLst>
                <a:path w="12700" h="58419">
                  <a:moveTo>
                    <a:pt x="0" y="0"/>
                  </a:moveTo>
                  <a:lnTo>
                    <a:pt x="12191" y="0"/>
                  </a:lnTo>
                  <a:lnTo>
                    <a:pt x="12191" y="57912"/>
                  </a:lnTo>
                  <a:lnTo>
                    <a:pt x="0" y="57912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070707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</p:grpSp>
      <p:sp>
        <p:nvSpPr>
          <p:cNvPr id="280" name="object 280"/>
          <p:cNvSpPr txBox="1"/>
          <p:nvPr/>
        </p:nvSpPr>
        <p:spPr>
          <a:xfrm>
            <a:off x="5719157" y="2728362"/>
            <a:ext cx="241844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b="1" spc="-10" dirty="0">
                <a:latin typeface="Gadugi" panose="020B0502040204020203"/>
                <a:cs typeface="Gadugi" panose="020B0502040204020203"/>
              </a:rPr>
              <a:t>12/12</a:t>
            </a:r>
            <a:endParaRPr sz="590">
              <a:latin typeface="Gadugi" panose="020B0502040204020203"/>
              <a:cs typeface="Gadugi" panose="020B0502040204020203"/>
            </a:endParaRPr>
          </a:p>
        </p:txBody>
      </p:sp>
      <p:grpSp>
        <p:nvGrpSpPr>
          <p:cNvPr id="281" name="object 281"/>
          <p:cNvGrpSpPr/>
          <p:nvPr/>
        </p:nvGrpSpPr>
        <p:grpSpPr>
          <a:xfrm>
            <a:off x="5641333" y="2944045"/>
            <a:ext cx="1038777" cy="398466"/>
            <a:chOff x="4845303" y="3246627"/>
            <a:chExt cx="1145540" cy="439420"/>
          </a:xfrm>
        </p:grpSpPr>
        <p:sp>
          <p:nvSpPr>
            <p:cNvPr id="282" name="object 282"/>
            <p:cNvSpPr/>
            <p:nvPr/>
          </p:nvSpPr>
          <p:spPr>
            <a:xfrm>
              <a:off x="4863083" y="3249167"/>
              <a:ext cx="1120140" cy="58419"/>
            </a:xfrm>
            <a:custGeom>
              <a:avLst/>
              <a:gdLst/>
              <a:ahLst/>
              <a:cxnLst/>
              <a:rect l="l" t="t" r="r" b="b"/>
              <a:pathLst>
                <a:path w="1120139" h="58420">
                  <a:moveTo>
                    <a:pt x="1120139" y="57912"/>
                  </a:moveTo>
                  <a:lnTo>
                    <a:pt x="0" y="57912"/>
                  </a:lnTo>
                  <a:lnTo>
                    <a:pt x="0" y="0"/>
                  </a:lnTo>
                  <a:lnTo>
                    <a:pt x="1120139" y="0"/>
                  </a:lnTo>
                  <a:lnTo>
                    <a:pt x="1120139" y="57912"/>
                  </a:lnTo>
                  <a:close/>
                </a:path>
              </a:pathLst>
            </a:custGeom>
            <a:solidFill>
              <a:srgbClr val="545454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83" name="object 283"/>
            <p:cNvSpPr/>
            <p:nvPr/>
          </p:nvSpPr>
          <p:spPr>
            <a:xfrm>
              <a:off x="4863083" y="3249167"/>
              <a:ext cx="1120140" cy="58419"/>
            </a:xfrm>
            <a:custGeom>
              <a:avLst/>
              <a:gdLst/>
              <a:ahLst/>
              <a:cxnLst/>
              <a:rect l="l" t="t" r="r" b="b"/>
              <a:pathLst>
                <a:path w="1120139" h="58420">
                  <a:moveTo>
                    <a:pt x="0" y="0"/>
                  </a:moveTo>
                  <a:lnTo>
                    <a:pt x="1120139" y="0"/>
                  </a:lnTo>
                  <a:lnTo>
                    <a:pt x="1120139" y="57912"/>
                  </a:lnTo>
                  <a:lnTo>
                    <a:pt x="0" y="57912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84" name="object 28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847843" y="3262884"/>
              <a:ext cx="27432" cy="27432"/>
            </a:xfrm>
            <a:prstGeom prst="rect">
              <a:avLst/>
            </a:prstGeom>
          </p:spPr>
        </p:pic>
        <p:sp>
          <p:nvSpPr>
            <p:cNvPr id="285" name="object 285"/>
            <p:cNvSpPr/>
            <p:nvPr/>
          </p:nvSpPr>
          <p:spPr>
            <a:xfrm>
              <a:off x="4847843" y="3262884"/>
              <a:ext cx="27940" cy="27940"/>
            </a:xfrm>
            <a:custGeom>
              <a:avLst/>
              <a:gdLst/>
              <a:ahLst/>
              <a:cxnLst/>
              <a:rect l="l" t="t" r="r" b="b"/>
              <a:pathLst>
                <a:path w="27939" h="27939">
                  <a:moveTo>
                    <a:pt x="0" y="0"/>
                  </a:moveTo>
                  <a:lnTo>
                    <a:pt x="27432" y="0"/>
                  </a:lnTo>
                  <a:lnTo>
                    <a:pt x="27432" y="27432"/>
                  </a:lnTo>
                  <a:lnTo>
                    <a:pt x="0" y="27432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B1B1B1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86" name="object 286"/>
            <p:cNvSpPr/>
            <p:nvPr/>
          </p:nvSpPr>
          <p:spPr>
            <a:xfrm>
              <a:off x="4847843" y="3262884"/>
              <a:ext cx="27940" cy="27940"/>
            </a:xfrm>
            <a:custGeom>
              <a:avLst/>
              <a:gdLst/>
              <a:ahLst/>
              <a:cxnLst/>
              <a:rect l="l" t="t" r="r" b="b"/>
              <a:pathLst>
                <a:path w="27939" h="27939">
                  <a:moveTo>
                    <a:pt x="0" y="0"/>
                  </a:moveTo>
                  <a:lnTo>
                    <a:pt x="27432" y="0"/>
                  </a:lnTo>
                  <a:lnTo>
                    <a:pt x="27432" y="27432"/>
                  </a:lnTo>
                  <a:lnTo>
                    <a:pt x="0" y="27432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87" name="object 287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5975603" y="3249167"/>
              <a:ext cx="12192" cy="56388"/>
            </a:xfrm>
            <a:prstGeom prst="rect">
              <a:avLst/>
            </a:prstGeom>
          </p:spPr>
        </p:pic>
        <p:sp>
          <p:nvSpPr>
            <p:cNvPr id="288" name="object 288"/>
            <p:cNvSpPr/>
            <p:nvPr/>
          </p:nvSpPr>
          <p:spPr>
            <a:xfrm>
              <a:off x="5975603" y="3249167"/>
              <a:ext cx="12700" cy="56515"/>
            </a:xfrm>
            <a:custGeom>
              <a:avLst/>
              <a:gdLst/>
              <a:ahLst/>
              <a:cxnLst/>
              <a:rect l="l" t="t" r="r" b="b"/>
              <a:pathLst>
                <a:path w="12700" h="56514">
                  <a:moveTo>
                    <a:pt x="0" y="0"/>
                  </a:moveTo>
                  <a:lnTo>
                    <a:pt x="12192" y="0"/>
                  </a:lnTo>
                  <a:lnTo>
                    <a:pt x="12192" y="56388"/>
                  </a:lnTo>
                  <a:lnTo>
                    <a:pt x="0" y="56388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070707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89" name="object 289"/>
            <p:cNvSpPr/>
            <p:nvPr/>
          </p:nvSpPr>
          <p:spPr>
            <a:xfrm>
              <a:off x="4946903" y="3627119"/>
              <a:ext cx="867410" cy="56515"/>
            </a:xfrm>
            <a:custGeom>
              <a:avLst/>
              <a:gdLst/>
              <a:ahLst/>
              <a:cxnLst/>
              <a:rect l="l" t="t" r="r" b="b"/>
              <a:pathLst>
                <a:path w="867410" h="56514">
                  <a:moveTo>
                    <a:pt x="867156" y="56388"/>
                  </a:moveTo>
                  <a:lnTo>
                    <a:pt x="0" y="56388"/>
                  </a:lnTo>
                  <a:lnTo>
                    <a:pt x="0" y="0"/>
                  </a:lnTo>
                  <a:lnTo>
                    <a:pt x="867156" y="0"/>
                  </a:lnTo>
                  <a:lnTo>
                    <a:pt x="867156" y="56388"/>
                  </a:lnTo>
                  <a:close/>
                </a:path>
              </a:pathLst>
            </a:custGeom>
            <a:solidFill>
              <a:srgbClr val="545454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90" name="object 290"/>
            <p:cNvSpPr/>
            <p:nvPr/>
          </p:nvSpPr>
          <p:spPr>
            <a:xfrm>
              <a:off x="4946903" y="3627119"/>
              <a:ext cx="867410" cy="56515"/>
            </a:xfrm>
            <a:custGeom>
              <a:avLst/>
              <a:gdLst/>
              <a:ahLst/>
              <a:cxnLst/>
              <a:rect l="l" t="t" r="r" b="b"/>
              <a:pathLst>
                <a:path w="867410" h="56514">
                  <a:moveTo>
                    <a:pt x="0" y="0"/>
                  </a:moveTo>
                  <a:lnTo>
                    <a:pt x="867156" y="0"/>
                  </a:lnTo>
                  <a:lnTo>
                    <a:pt x="867156" y="56388"/>
                  </a:lnTo>
                  <a:lnTo>
                    <a:pt x="0" y="56388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91" name="object 291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4931664" y="3639311"/>
              <a:ext cx="28955" cy="28956"/>
            </a:xfrm>
            <a:prstGeom prst="rect">
              <a:avLst/>
            </a:prstGeom>
          </p:spPr>
        </p:pic>
        <p:pic>
          <p:nvPicPr>
            <p:cNvPr id="292" name="object 292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929282" y="3636930"/>
              <a:ext cx="33718" cy="33718"/>
            </a:xfrm>
            <a:prstGeom prst="rect">
              <a:avLst/>
            </a:prstGeom>
          </p:spPr>
        </p:pic>
        <p:sp>
          <p:nvSpPr>
            <p:cNvPr id="293" name="object 293"/>
            <p:cNvSpPr/>
            <p:nvPr/>
          </p:nvSpPr>
          <p:spPr>
            <a:xfrm>
              <a:off x="4931664" y="3639311"/>
              <a:ext cx="29209" cy="29209"/>
            </a:xfrm>
            <a:custGeom>
              <a:avLst/>
              <a:gdLst/>
              <a:ahLst/>
              <a:cxnLst/>
              <a:rect l="l" t="t" r="r" b="b"/>
              <a:pathLst>
                <a:path w="29210" h="29210">
                  <a:moveTo>
                    <a:pt x="0" y="0"/>
                  </a:moveTo>
                  <a:lnTo>
                    <a:pt x="28955" y="0"/>
                  </a:lnTo>
                  <a:lnTo>
                    <a:pt x="28955" y="28956"/>
                  </a:lnTo>
                  <a:lnTo>
                    <a:pt x="0" y="28956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070707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294" name="object 294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5807963" y="3625596"/>
              <a:ext cx="10667" cy="56387"/>
            </a:xfrm>
            <a:prstGeom prst="rect">
              <a:avLst/>
            </a:prstGeom>
          </p:spPr>
        </p:pic>
        <p:sp>
          <p:nvSpPr>
            <p:cNvPr id="295" name="object 295"/>
            <p:cNvSpPr/>
            <p:nvPr/>
          </p:nvSpPr>
          <p:spPr>
            <a:xfrm>
              <a:off x="5807963" y="3625596"/>
              <a:ext cx="10795" cy="56515"/>
            </a:xfrm>
            <a:custGeom>
              <a:avLst/>
              <a:gdLst/>
              <a:ahLst/>
              <a:cxnLst/>
              <a:rect l="l" t="t" r="r" b="b"/>
              <a:pathLst>
                <a:path w="10795" h="56514">
                  <a:moveTo>
                    <a:pt x="0" y="0"/>
                  </a:moveTo>
                  <a:lnTo>
                    <a:pt x="10667" y="0"/>
                  </a:lnTo>
                  <a:lnTo>
                    <a:pt x="10667" y="56387"/>
                  </a:lnTo>
                  <a:lnTo>
                    <a:pt x="0" y="56387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070707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</p:grpSp>
      <p:sp>
        <p:nvSpPr>
          <p:cNvPr id="296" name="object 296"/>
          <p:cNvSpPr txBox="1"/>
          <p:nvPr/>
        </p:nvSpPr>
        <p:spPr>
          <a:xfrm>
            <a:off x="6734900" y="4498666"/>
            <a:ext cx="195778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b="1" spc="-20" dirty="0">
                <a:latin typeface="Gadugi" panose="020B0502040204020203"/>
                <a:cs typeface="Gadugi" panose="020B0502040204020203"/>
              </a:rPr>
              <a:t>1/21</a:t>
            </a:r>
            <a:endParaRPr sz="590">
              <a:latin typeface="Gadugi" panose="020B0502040204020203"/>
              <a:cs typeface="Gadugi" panose="020B0502040204020203"/>
            </a:endParaRPr>
          </a:p>
        </p:txBody>
      </p:sp>
      <p:grpSp>
        <p:nvGrpSpPr>
          <p:cNvPr id="297" name="object 297"/>
          <p:cNvGrpSpPr/>
          <p:nvPr/>
        </p:nvGrpSpPr>
        <p:grpSpPr>
          <a:xfrm>
            <a:off x="6657078" y="4712959"/>
            <a:ext cx="3195793" cy="57582"/>
            <a:chOff x="5965444" y="5197347"/>
            <a:chExt cx="3524250" cy="63500"/>
          </a:xfrm>
        </p:grpSpPr>
        <p:sp>
          <p:nvSpPr>
            <p:cNvPr id="298" name="object 298"/>
            <p:cNvSpPr/>
            <p:nvPr/>
          </p:nvSpPr>
          <p:spPr>
            <a:xfrm>
              <a:off x="5983223" y="5201412"/>
              <a:ext cx="3499485" cy="56515"/>
            </a:xfrm>
            <a:custGeom>
              <a:avLst/>
              <a:gdLst/>
              <a:ahLst/>
              <a:cxnLst/>
              <a:rect l="l" t="t" r="r" b="b"/>
              <a:pathLst>
                <a:path w="3499484" h="56514">
                  <a:moveTo>
                    <a:pt x="3499104" y="56387"/>
                  </a:moveTo>
                  <a:lnTo>
                    <a:pt x="0" y="56387"/>
                  </a:lnTo>
                  <a:lnTo>
                    <a:pt x="0" y="0"/>
                  </a:lnTo>
                  <a:lnTo>
                    <a:pt x="3499104" y="0"/>
                  </a:lnTo>
                  <a:lnTo>
                    <a:pt x="3499104" y="56387"/>
                  </a:lnTo>
                  <a:close/>
                </a:path>
              </a:pathLst>
            </a:custGeom>
            <a:solidFill>
              <a:srgbClr val="545454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299" name="object 299"/>
            <p:cNvSpPr/>
            <p:nvPr/>
          </p:nvSpPr>
          <p:spPr>
            <a:xfrm>
              <a:off x="5983223" y="5201412"/>
              <a:ext cx="3499485" cy="56515"/>
            </a:xfrm>
            <a:custGeom>
              <a:avLst/>
              <a:gdLst/>
              <a:ahLst/>
              <a:cxnLst/>
              <a:rect l="l" t="t" r="r" b="b"/>
              <a:pathLst>
                <a:path w="3499484" h="56514">
                  <a:moveTo>
                    <a:pt x="0" y="0"/>
                  </a:moveTo>
                  <a:lnTo>
                    <a:pt x="3499104" y="0"/>
                  </a:lnTo>
                  <a:lnTo>
                    <a:pt x="3499104" y="56387"/>
                  </a:lnTo>
                  <a:lnTo>
                    <a:pt x="0" y="56387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300" name="object 300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967984" y="5213603"/>
              <a:ext cx="27432" cy="28956"/>
            </a:xfrm>
            <a:prstGeom prst="rect">
              <a:avLst/>
            </a:prstGeom>
          </p:spPr>
        </p:pic>
        <p:sp>
          <p:nvSpPr>
            <p:cNvPr id="301" name="object 301"/>
            <p:cNvSpPr/>
            <p:nvPr/>
          </p:nvSpPr>
          <p:spPr>
            <a:xfrm>
              <a:off x="5967984" y="5213603"/>
              <a:ext cx="27940" cy="29209"/>
            </a:xfrm>
            <a:custGeom>
              <a:avLst/>
              <a:gdLst/>
              <a:ahLst/>
              <a:cxnLst/>
              <a:rect l="l" t="t" r="r" b="b"/>
              <a:pathLst>
                <a:path w="27939" h="29210">
                  <a:moveTo>
                    <a:pt x="0" y="0"/>
                  </a:moveTo>
                  <a:lnTo>
                    <a:pt x="27432" y="0"/>
                  </a:lnTo>
                  <a:lnTo>
                    <a:pt x="27432" y="28956"/>
                  </a:lnTo>
                  <a:lnTo>
                    <a:pt x="0" y="28956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B1B1B1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302" name="object 302"/>
            <p:cNvSpPr/>
            <p:nvPr/>
          </p:nvSpPr>
          <p:spPr>
            <a:xfrm>
              <a:off x="5967984" y="5213603"/>
              <a:ext cx="27940" cy="29209"/>
            </a:xfrm>
            <a:custGeom>
              <a:avLst/>
              <a:gdLst/>
              <a:ahLst/>
              <a:cxnLst/>
              <a:rect l="l" t="t" r="r" b="b"/>
              <a:pathLst>
                <a:path w="27939" h="29210">
                  <a:moveTo>
                    <a:pt x="0" y="0"/>
                  </a:moveTo>
                  <a:lnTo>
                    <a:pt x="27432" y="0"/>
                  </a:lnTo>
                  <a:lnTo>
                    <a:pt x="27432" y="28956"/>
                  </a:lnTo>
                  <a:lnTo>
                    <a:pt x="0" y="28956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545454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303" name="object 303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476232" y="5199887"/>
              <a:ext cx="10667" cy="57912"/>
            </a:xfrm>
            <a:prstGeom prst="rect">
              <a:avLst/>
            </a:prstGeom>
          </p:spPr>
        </p:pic>
        <p:sp>
          <p:nvSpPr>
            <p:cNvPr id="304" name="object 304"/>
            <p:cNvSpPr/>
            <p:nvPr/>
          </p:nvSpPr>
          <p:spPr>
            <a:xfrm>
              <a:off x="9476232" y="5199887"/>
              <a:ext cx="10795" cy="58419"/>
            </a:xfrm>
            <a:custGeom>
              <a:avLst/>
              <a:gdLst/>
              <a:ahLst/>
              <a:cxnLst/>
              <a:rect l="l" t="t" r="r" b="b"/>
              <a:pathLst>
                <a:path w="10795" h="58420">
                  <a:moveTo>
                    <a:pt x="0" y="0"/>
                  </a:moveTo>
                  <a:lnTo>
                    <a:pt x="10667" y="0"/>
                  </a:lnTo>
                  <a:lnTo>
                    <a:pt x="10667" y="57912"/>
                  </a:lnTo>
                  <a:lnTo>
                    <a:pt x="0" y="57912"/>
                  </a:lnTo>
                  <a:lnTo>
                    <a:pt x="0" y="0"/>
                  </a:lnTo>
                  <a:close/>
                </a:path>
              </a:pathLst>
            </a:custGeom>
            <a:ln w="4762">
              <a:solidFill>
                <a:srgbClr val="070707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</p:grpSp>
      <p:sp>
        <p:nvSpPr>
          <p:cNvPr id="305" name="object 305"/>
          <p:cNvSpPr txBox="1"/>
          <p:nvPr/>
        </p:nvSpPr>
        <p:spPr>
          <a:xfrm>
            <a:off x="9907882" y="5316732"/>
            <a:ext cx="195778" cy="105410"/>
          </a:xfrm>
          <a:prstGeom prst="rect">
            <a:avLst/>
          </a:prstGeom>
        </p:spPr>
        <p:txBody>
          <a:bodyPr vert="horz" wrap="square" lIns="0" tIns="1554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590" b="1" spc="-20" dirty="0">
                <a:latin typeface="Gadugi" panose="020B0502040204020203"/>
                <a:cs typeface="Gadugi" panose="020B0502040204020203"/>
              </a:rPr>
              <a:t>5/26</a:t>
            </a:r>
            <a:endParaRPr sz="590">
              <a:latin typeface="Gadugi" panose="020B0502040204020203"/>
              <a:cs typeface="Gadugi" panose="020B0502040204020203"/>
            </a:endParaRPr>
          </a:p>
        </p:txBody>
      </p:sp>
      <p:grpSp>
        <p:nvGrpSpPr>
          <p:cNvPr id="306" name="object 306"/>
          <p:cNvGrpSpPr/>
          <p:nvPr/>
        </p:nvGrpSpPr>
        <p:grpSpPr>
          <a:xfrm>
            <a:off x="3750892" y="525434"/>
            <a:ext cx="6156653" cy="5067204"/>
            <a:chOff x="2760567" y="579437"/>
            <a:chExt cx="6789420" cy="5588000"/>
          </a:xfrm>
        </p:grpSpPr>
        <p:pic>
          <p:nvPicPr>
            <p:cNvPr id="307" name="object 307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3786092" y="743045"/>
              <a:ext cx="135445" cy="180784"/>
            </a:xfrm>
            <a:prstGeom prst="rect">
              <a:avLst/>
            </a:prstGeom>
          </p:spPr>
        </p:pic>
        <p:sp>
          <p:nvSpPr>
            <p:cNvPr id="308" name="object 308"/>
            <p:cNvSpPr/>
            <p:nvPr/>
          </p:nvSpPr>
          <p:spPr>
            <a:xfrm>
              <a:off x="3788473" y="921448"/>
              <a:ext cx="0" cy="1115060"/>
            </a:xfrm>
            <a:custGeom>
              <a:avLst/>
              <a:gdLst/>
              <a:ahLst/>
              <a:cxnLst/>
              <a:rect l="l" t="t" r="r" b="b"/>
              <a:pathLst>
                <a:path h="1115060">
                  <a:moveTo>
                    <a:pt x="0" y="0"/>
                  </a:moveTo>
                  <a:lnTo>
                    <a:pt x="0" y="1114996"/>
                  </a:lnTo>
                </a:path>
              </a:pathLst>
            </a:custGeom>
            <a:ln w="4762">
              <a:solidFill>
                <a:srgbClr val="070707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309" name="object 30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3786092" y="2016918"/>
              <a:ext cx="70485" cy="71818"/>
            </a:xfrm>
            <a:prstGeom prst="rect">
              <a:avLst/>
            </a:prstGeom>
          </p:spPr>
        </p:pic>
        <p:pic>
          <p:nvPicPr>
            <p:cNvPr id="310" name="object 310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3757612" y="743045"/>
              <a:ext cx="163925" cy="180784"/>
            </a:xfrm>
            <a:prstGeom prst="rect">
              <a:avLst/>
            </a:prstGeom>
          </p:spPr>
        </p:pic>
        <p:sp>
          <p:nvSpPr>
            <p:cNvPr id="311" name="object 311"/>
            <p:cNvSpPr/>
            <p:nvPr/>
          </p:nvSpPr>
          <p:spPr>
            <a:xfrm>
              <a:off x="3759993" y="921448"/>
              <a:ext cx="0" cy="913130"/>
            </a:xfrm>
            <a:custGeom>
              <a:avLst/>
              <a:gdLst/>
              <a:ahLst/>
              <a:cxnLst/>
              <a:rect l="l" t="t" r="r" b="b"/>
              <a:pathLst>
                <a:path h="913130">
                  <a:moveTo>
                    <a:pt x="0" y="0"/>
                  </a:moveTo>
                  <a:lnTo>
                    <a:pt x="0" y="912685"/>
                  </a:lnTo>
                </a:path>
              </a:pathLst>
            </a:custGeom>
            <a:ln w="4762">
              <a:solidFill>
                <a:srgbClr val="070707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312" name="object 312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3757612" y="1814226"/>
              <a:ext cx="70008" cy="71818"/>
            </a:xfrm>
            <a:prstGeom prst="rect">
              <a:avLst/>
            </a:prstGeom>
          </p:spPr>
        </p:pic>
        <p:pic>
          <p:nvPicPr>
            <p:cNvPr id="313" name="object 313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2778728" y="973931"/>
              <a:ext cx="219741" cy="387858"/>
            </a:xfrm>
            <a:prstGeom prst="rect">
              <a:avLst/>
            </a:prstGeom>
          </p:spPr>
        </p:pic>
        <p:pic>
          <p:nvPicPr>
            <p:cNvPr id="314" name="object 314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3618547" y="1323784"/>
              <a:ext cx="135445" cy="213264"/>
            </a:xfrm>
            <a:prstGeom prst="rect">
              <a:avLst/>
            </a:prstGeom>
          </p:spPr>
        </p:pic>
        <p:pic>
          <p:nvPicPr>
            <p:cNvPr id="315" name="object 315"/>
            <p:cNvPicPr/>
            <p:nvPr/>
          </p:nvPicPr>
          <p:blipFill>
            <a:blip r:embed="rId24" cstate="print"/>
            <a:stretch>
              <a:fillRect/>
            </a:stretch>
          </p:blipFill>
          <p:spPr>
            <a:xfrm>
              <a:off x="3758660" y="1498663"/>
              <a:ext cx="162877" cy="213645"/>
            </a:xfrm>
            <a:prstGeom prst="rect">
              <a:avLst/>
            </a:prstGeom>
          </p:spPr>
        </p:pic>
        <p:pic>
          <p:nvPicPr>
            <p:cNvPr id="316" name="object 316"/>
            <p:cNvPicPr/>
            <p:nvPr/>
          </p:nvPicPr>
          <p:blipFill>
            <a:blip r:embed="rId25" cstate="print"/>
            <a:stretch>
              <a:fillRect/>
            </a:stretch>
          </p:blipFill>
          <p:spPr>
            <a:xfrm>
              <a:off x="4766024" y="1848612"/>
              <a:ext cx="163925" cy="152304"/>
            </a:xfrm>
            <a:prstGeom prst="rect">
              <a:avLst/>
            </a:prstGeom>
          </p:spPr>
        </p:pic>
        <p:sp>
          <p:nvSpPr>
            <p:cNvPr id="317" name="object 317"/>
            <p:cNvSpPr/>
            <p:nvPr/>
          </p:nvSpPr>
          <p:spPr>
            <a:xfrm>
              <a:off x="4768405" y="1998535"/>
              <a:ext cx="0" cy="1263015"/>
            </a:xfrm>
            <a:custGeom>
              <a:avLst/>
              <a:gdLst/>
              <a:ahLst/>
              <a:cxnLst/>
              <a:rect l="l" t="t" r="r" b="b"/>
              <a:pathLst>
                <a:path h="1263014">
                  <a:moveTo>
                    <a:pt x="0" y="0"/>
                  </a:moveTo>
                  <a:lnTo>
                    <a:pt x="0" y="1262538"/>
                  </a:lnTo>
                </a:path>
              </a:pathLst>
            </a:custGeom>
            <a:ln w="4762">
              <a:solidFill>
                <a:srgbClr val="070707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318" name="object 318"/>
            <p:cNvPicPr/>
            <p:nvPr/>
          </p:nvPicPr>
          <p:blipFill>
            <a:blip r:embed="rId26" cstate="print"/>
            <a:stretch>
              <a:fillRect/>
            </a:stretch>
          </p:blipFill>
          <p:spPr>
            <a:xfrm>
              <a:off x="4766024" y="3240690"/>
              <a:ext cx="70484" cy="71818"/>
            </a:xfrm>
            <a:prstGeom prst="rect">
              <a:avLst/>
            </a:prstGeom>
          </p:spPr>
        </p:pic>
        <p:pic>
          <p:nvPicPr>
            <p:cNvPr id="319" name="object 319"/>
            <p:cNvPicPr/>
            <p:nvPr/>
          </p:nvPicPr>
          <p:blipFill>
            <a:blip r:embed="rId27" cstate="print"/>
            <a:stretch>
              <a:fillRect/>
            </a:stretch>
          </p:blipFill>
          <p:spPr>
            <a:xfrm>
              <a:off x="3898868" y="2050923"/>
              <a:ext cx="79533" cy="213074"/>
            </a:xfrm>
            <a:prstGeom prst="rect">
              <a:avLst/>
            </a:prstGeom>
          </p:spPr>
        </p:pic>
        <p:pic>
          <p:nvPicPr>
            <p:cNvPr id="320" name="object 320"/>
            <p:cNvPicPr/>
            <p:nvPr/>
          </p:nvPicPr>
          <p:blipFill>
            <a:blip r:embed="rId28" cstate="print"/>
            <a:stretch>
              <a:fillRect/>
            </a:stretch>
          </p:blipFill>
          <p:spPr>
            <a:xfrm>
              <a:off x="4122229" y="2225897"/>
              <a:ext cx="135445" cy="211835"/>
            </a:xfrm>
            <a:prstGeom prst="rect">
              <a:avLst/>
            </a:prstGeom>
          </p:spPr>
        </p:pic>
        <p:pic>
          <p:nvPicPr>
            <p:cNvPr id="321" name="object 321"/>
            <p:cNvPicPr/>
            <p:nvPr/>
          </p:nvPicPr>
          <p:blipFill>
            <a:blip r:embed="rId29" cstate="print"/>
            <a:stretch>
              <a:fillRect/>
            </a:stretch>
          </p:blipFill>
          <p:spPr>
            <a:xfrm>
              <a:off x="4346638" y="2400776"/>
              <a:ext cx="135445" cy="212216"/>
            </a:xfrm>
            <a:prstGeom prst="rect">
              <a:avLst/>
            </a:prstGeom>
          </p:spPr>
        </p:pic>
        <p:sp>
          <p:nvSpPr>
            <p:cNvPr id="322" name="object 322"/>
            <p:cNvSpPr/>
            <p:nvPr/>
          </p:nvSpPr>
          <p:spPr>
            <a:xfrm>
              <a:off x="4712589" y="2578131"/>
              <a:ext cx="130810" cy="173990"/>
            </a:xfrm>
            <a:custGeom>
              <a:avLst/>
              <a:gdLst/>
              <a:ahLst/>
              <a:cxnLst/>
              <a:rect l="l" t="t" r="r" b="b"/>
              <a:pathLst>
                <a:path w="130810" h="173989">
                  <a:moveTo>
                    <a:pt x="65341" y="0"/>
                  </a:moveTo>
                  <a:lnTo>
                    <a:pt x="114871" y="0"/>
                  </a:lnTo>
                </a:path>
                <a:path w="130810" h="173989">
                  <a:moveTo>
                    <a:pt x="114871" y="0"/>
                  </a:moveTo>
                  <a:lnTo>
                    <a:pt x="125349" y="4190"/>
                  </a:lnTo>
                </a:path>
                <a:path w="130810" h="173989">
                  <a:moveTo>
                    <a:pt x="125349" y="4190"/>
                  </a:moveTo>
                  <a:lnTo>
                    <a:pt x="130683" y="15811"/>
                  </a:lnTo>
                </a:path>
                <a:path w="130810" h="173989">
                  <a:moveTo>
                    <a:pt x="130683" y="15811"/>
                  </a:moveTo>
                  <a:lnTo>
                    <a:pt x="130683" y="88582"/>
                  </a:lnTo>
                </a:path>
                <a:path w="130810" h="173989">
                  <a:moveTo>
                    <a:pt x="130683" y="88582"/>
                  </a:moveTo>
                  <a:lnTo>
                    <a:pt x="125349" y="99059"/>
                  </a:lnTo>
                </a:path>
                <a:path w="130810" h="173989">
                  <a:moveTo>
                    <a:pt x="125349" y="99059"/>
                  </a:moveTo>
                  <a:lnTo>
                    <a:pt x="114871" y="104298"/>
                  </a:lnTo>
                </a:path>
                <a:path w="130810" h="173989">
                  <a:moveTo>
                    <a:pt x="114871" y="104298"/>
                  </a:moveTo>
                  <a:lnTo>
                    <a:pt x="15811" y="104298"/>
                  </a:lnTo>
                </a:path>
                <a:path w="130810" h="173989">
                  <a:moveTo>
                    <a:pt x="15811" y="104298"/>
                  </a:moveTo>
                  <a:lnTo>
                    <a:pt x="4191" y="108584"/>
                  </a:lnTo>
                </a:path>
                <a:path w="130810" h="173989">
                  <a:moveTo>
                    <a:pt x="4191" y="108584"/>
                  </a:moveTo>
                  <a:lnTo>
                    <a:pt x="0" y="120110"/>
                  </a:lnTo>
                </a:path>
                <a:path w="130810" h="173989">
                  <a:moveTo>
                    <a:pt x="0" y="120110"/>
                  </a:moveTo>
                  <a:lnTo>
                    <a:pt x="0" y="158114"/>
                  </a:lnTo>
                </a:path>
                <a:path w="130810" h="173989">
                  <a:moveTo>
                    <a:pt x="0" y="158114"/>
                  </a:moveTo>
                  <a:lnTo>
                    <a:pt x="4191" y="168592"/>
                  </a:lnTo>
                </a:path>
                <a:path w="130810" h="173989">
                  <a:moveTo>
                    <a:pt x="4191" y="168592"/>
                  </a:moveTo>
                  <a:lnTo>
                    <a:pt x="15811" y="173926"/>
                  </a:lnTo>
                </a:path>
                <a:path w="130810" h="173989">
                  <a:moveTo>
                    <a:pt x="15811" y="173926"/>
                  </a:moveTo>
                  <a:lnTo>
                    <a:pt x="65341" y="173926"/>
                  </a:lnTo>
                </a:path>
              </a:pathLst>
            </a:custGeom>
            <a:ln w="4762">
              <a:solidFill>
                <a:srgbClr val="267CD3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323" name="object 323"/>
            <p:cNvSpPr/>
            <p:nvPr/>
          </p:nvSpPr>
          <p:spPr>
            <a:xfrm>
              <a:off x="4744211" y="2718816"/>
              <a:ext cx="33655" cy="67310"/>
            </a:xfrm>
            <a:custGeom>
              <a:avLst/>
              <a:gdLst/>
              <a:ahLst/>
              <a:cxnLst/>
              <a:rect l="l" t="t" r="r" b="b"/>
              <a:pathLst>
                <a:path w="33654" h="67310">
                  <a:moveTo>
                    <a:pt x="0" y="67056"/>
                  </a:moveTo>
                  <a:lnTo>
                    <a:pt x="0" y="0"/>
                  </a:lnTo>
                  <a:lnTo>
                    <a:pt x="33528" y="33527"/>
                  </a:lnTo>
                  <a:lnTo>
                    <a:pt x="0" y="67056"/>
                  </a:lnTo>
                  <a:close/>
                </a:path>
              </a:pathLst>
            </a:custGeom>
            <a:solidFill>
              <a:srgbClr val="267CD3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324" name="object 324"/>
            <p:cNvSpPr/>
            <p:nvPr/>
          </p:nvSpPr>
          <p:spPr>
            <a:xfrm>
              <a:off x="4744211" y="2718816"/>
              <a:ext cx="33655" cy="67310"/>
            </a:xfrm>
            <a:custGeom>
              <a:avLst/>
              <a:gdLst/>
              <a:ahLst/>
              <a:cxnLst/>
              <a:rect l="l" t="t" r="r" b="b"/>
              <a:pathLst>
                <a:path w="33654" h="67310">
                  <a:moveTo>
                    <a:pt x="33528" y="33527"/>
                  </a:moveTo>
                  <a:lnTo>
                    <a:pt x="0" y="67056"/>
                  </a:lnTo>
                  <a:lnTo>
                    <a:pt x="0" y="0"/>
                  </a:lnTo>
                  <a:lnTo>
                    <a:pt x="33528" y="33527"/>
                  </a:lnTo>
                  <a:close/>
                </a:path>
              </a:pathLst>
            </a:custGeom>
            <a:ln w="4762">
              <a:solidFill>
                <a:srgbClr val="267CD3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325" name="object 325"/>
            <p:cNvSpPr/>
            <p:nvPr/>
          </p:nvSpPr>
          <p:spPr>
            <a:xfrm>
              <a:off x="4768405" y="2753106"/>
              <a:ext cx="130810" cy="173990"/>
            </a:xfrm>
            <a:custGeom>
              <a:avLst/>
              <a:gdLst/>
              <a:ahLst/>
              <a:cxnLst/>
              <a:rect l="l" t="t" r="r" b="b"/>
              <a:pathLst>
                <a:path w="130810" h="173989">
                  <a:moveTo>
                    <a:pt x="65341" y="0"/>
                  </a:moveTo>
                  <a:lnTo>
                    <a:pt x="114871" y="0"/>
                  </a:lnTo>
                </a:path>
                <a:path w="130810" h="173989">
                  <a:moveTo>
                    <a:pt x="114871" y="0"/>
                  </a:moveTo>
                  <a:lnTo>
                    <a:pt x="125444" y="4191"/>
                  </a:lnTo>
                </a:path>
                <a:path w="130810" h="173989">
                  <a:moveTo>
                    <a:pt x="125444" y="4191"/>
                  </a:moveTo>
                  <a:lnTo>
                    <a:pt x="130683" y="15811"/>
                  </a:lnTo>
                </a:path>
                <a:path w="130810" h="173989">
                  <a:moveTo>
                    <a:pt x="130683" y="15811"/>
                  </a:moveTo>
                  <a:lnTo>
                    <a:pt x="130683" y="88487"/>
                  </a:lnTo>
                </a:path>
                <a:path w="130810" h="173989">
                  <a:moveTo>
                    <a:pt x="130683" y="88487"/>
                  </a:moveTo>
                  <a:lnTo>
                    <a:pt x="125444" y="99059"/>
                  </a:lnTo>
                </a:path>
                <a:path w="130810" h="173989">
                  <a:moveTo>
                    <a:pt x="125444" y="99059"/>
                  </a:moveTo>
                  <a:lnTo>
                    <a:pt x="114871" y="104298"/>
                  </a:lnTo>
                </a:path>
                <a:path w="130810" h="173989">
                  <a:moveTo>
                    <a:pt x="114871" y="104298"/>
                  </a:moveTo>
                  <a:lnTo>
                    <a:pt x="15811" y="104298"/>
                  </a:lnTo>
                </a:path>
                <a:path w="130810" h="173989">
                  <a:moveTo>
                    <a:pt x="15811" y="104298"/>
                  </a:moveTo>
                  <a:lnTo>
                    <a:pt x="4191" y="108489"/>
                  </a:lnTo>
                </a:path>
                <a:path w="130810" h="173989">
                  <a:moveTo>
                    <a:pt x="4191" y="108489"/>
                  </a:moveTo>
                  <a:lnTo>
                    <a:pt x="0" y="120110"/>
                  </a:lnTo>
                </a:path>
                <a:path w="130810" h="173989">
                  <a:moveTo>
                    <a:pt x="0" y="120110"/>
                  </a:moveTo>
                  <a:lnTo>
                    <a:pt x="0" y="158019"/>
                  </a:lnTo>
                </a:path>
                <a:path w="130810" h="173989">
                  <a:moveTo>
                    <a:pt x="0" y="158019"/>
                  </a:moveTo>
                  <a:lnTo>
                    <a:pt x="4191" y="168592"/>
                  </a:lnTo>
                </a:path>
                <a:path w="130810" h="173989">
                  <a:moveTo>
                    <a:pt x="4191" y="168592"/>
                  </a:moveTo>
                  <a:lnTo>
                    <a:pt x="15811" y="173831"/>
                  </a:lnTo>
                </a:path>
                <a:path w="130810" h="173989">
                  <a:moveTo>
                    <a:pt x="15811" y="173831"/>
                  </a:moveTo>
                  <a:lnTo>
                    <a:pt x="65341" y="173831"/>
                  </a:lnTo>
                </a:path>
              </a:pathLst>
            </a:custGeom>
            <a:ln w="4762">
              <a:solidFill>
                <a:srgbClr val="267CD3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326" name="object 326"/>
            <p:cNvSpPr/>
            <p:nvPr/>
          </p:nvSpPr>
          <p:spPr>
            <a:xfrm>
              <a:off x="4800600" y="2894075"/>
              <a:ext cx="33655" cy="67310"/>
            </a:xfrm>
            <a:custGeom>
              <a:avLst/>
              <a:gdLst/>
              <a:ahLst/>
              <a:cxnLst/>
              <a:rect l="l" t="t" r="r" b="b"/>
              <a:pathLst>
                <a:path w="33654" h="67310">
                  <a:moveTo>
                    <a:pt x="0" y="67056"/>
                  </a:moveTo>
                  <a:lnTo>
                    <a:pt x="0" y="0"/>
                  </a:lnTo>
                  <a:lnTo>
                    <a:pt x="33527" y="33527"/>
                  </a:lnTo>
                  <a:lnTo>
                    <a:pt x="0" y="67056"/>
                  </a:lnTo>
                  <a:close/>
                </a:path>
              </a:pathLst>
            </a:custGeom>
            <a:solidFill>
              <a:srgbClr val="267CD3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327" name="object 327"/>
            <p:cNvSpPr/>
            <p:nvPr/>
          </p:nvSpPr>
          <p:spPr>
            <a:xfrm>
              <a:off x="4800600" y="2894075"/>
              <a:ext cx="33655" cy="67310"/>
            </a:xfrm>
            <a:custGeom>
              <a:avLst/>
              <a:gdLst/>
              <a:ahLst/>
              <a:cxnLst/>
              <a:rect l="l" t="t" r="r" b="b"/>
              <a:pathLst>
                <a:path w="33654" h="67310">
                  <a:moveTo>
                    <a:pt x="33527" y="33527"/>
                  </a:moveTo>
                  <a:lnTo>
                    <a:pt x="0" y="67056"/>
                  </a:lnTo>
                  <a:lnTo>
                    <a:pt x="0" y="0"/>
                  </a:lnTo>
                  <a:lnTo>
                    <a:pt x="33527" y="33527"/>
                  </a:lnTo>
                  <a:close/>
                </a:path>
              </a:pathLst>
            </a:custGeom>
            <a:ln w="4762">
              <a:solidFill>
                <a:srgbClr val="267CD3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328" name="object 328"/>
            <p:cNvSpPr/>
            <p:nvPr/>
          </p:nvSpPr>
          <p:spPr>
            <a:xfrm>
              <a:off x="4769453" y="2927985"/>
              <a:ext cx="158115" cy="175260"/>
            </a:xfrm>
            <a:custGeom>
              <a:avLst/>
              <a:gdLst/>
              <a:ahLst/>
              <a:cxnLst/>
              <a:rect l="l" t="t" r="r" b="b"/>
              <a:pathLst>
                <a:path w="158114" h="175260">
                  <a:moveTo>
                    <a:pt x="92773" y="0"/>
                  </a:moveTo>
                  <a:lnTo>
                    <a:pt x="142303" y="0"/>
                  </a:lnTo>
                </a:path>
                <a:path w="158114" h="175260">
                  <a:moveTo>
                    <a:pt x="142303" y="0"/>
                  </a:moveTo>
                  <a:lnTo>
                    <a:pt x="152781" y="4286"/>
                  </a:lnTo>
                </a:path>
                <a:path w="158114" h="175260">
                  <a:moveTo>
                    <a:pt x="152781" y="4286"/>
                  </a:moveTo>
                  <a:lnTo>
                    <a:pt x="158115" y="15811"/>
                  </a:lnTo>
                </a:path>
                <a:path w="158114" h="175260">
                  <a:moveTo>
                    <a:pt x="158115" y="15811"/>
                  </a:moveTo>
                  <a:lnTo>
                    <a:pt x="158115" y="88582"/>
                  </a:lnTo>
                </a:path>
                <a:path w="158114" h="175260">
                  <a:moveTo>
                    <a:pt x="158115" y="88582"/>
                  </a:moveTo>
                  <a:lnTo>
                    <a:pt x="152781" y="99059"/>
                  </a:lnTo>
                </a:path>
                <a:path w="158114" h="175260">
                  <a:moveTo>
                    <a:pt x="152781" y="99059"/>
                  </a:moveTo>
                  <a:lnTo>
                    <a:pt x="142303" y="104393"/>
                  </a:lnTo>
                </a:path>
                <a:path w="158114" h="175260">
                  <a:moveTo>
                    <a:pt x="142303" y="104393"/>
                  </a:moveTo>
                  <a:lnTo>
                    <a:pt x="15811" y="104393"/>
                  </a:lnTo>
                </a:path>
                <a:path w="158114" h="175260">
                  <a:moveTo>
                    <a:pt x="15811" y="104393"/>
                  </a:moveTo>
                  <a:lnTo>
                    <a:pt x="4191" y="108584"/>
                  </a:lnTo>
                </a:path>
                <a:path w="158114" h="175260">
                  <a:moveTo>
                    <a:pt x="4191" y="108584"/>
                  </a:moveTo>
                  <a:lnTo>
                    <a:pt x="0" y="120205"/>
                  </a:lnTo>
                </a:path>
                <a:path w="158114" h="175260">
                  <a:moveTo>
                    <a:pt x="0" y="120205"/>
                  </a:moveTo>
                  <a:lnTo>
                    <a:pt x="0" y="159162"/>
                  </a:lnTo>
                </a:path>
                <a:path w="158114" h="175260">
                  <a:moveTo>
                    <a:pt x="0" y="159162"/>
                  </a:moveTo>
                  <a:lnTo>
                    <a:pt x="4191" y="169735"/>
                  </a:lnTo>
                </a:path>
                <a:path w="158114" h="175260">
                  <a:moveTo>
                    <a:pt x="4191" y="169735"/>
                  </a:moveTo>
                  <a:lnTo>
                    <a:pt x="15811" y="174974"/>
                  </a:lnTo>
                </a:path>
                <a:path w="158114" h="175260">
                  <a:moveTo>
                    <a:pt x="15811" y="174974"/>
                  </a:moveTo>
                  <a:lnTo>
                    <a:pt x="65341" y="174974"/>
                  </a:lnTo>
                </a:path>
              </a:pathLst>
            </a:custGeom>
            <a:ln w="4762">
              <a:solidFill>
                <a:srgbClr val="267CD3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329" name="object 329"/>
            <p:cNvSpPr/>
            <p:nvPr/>
          </p:nvSpPr>
          <p:spPr>
            <a:xfrm>
              <a:off x="4800600" y="3069335"/>
              <a:ext cx="33655" cy="67310"/>
            </a:xfrm>
            <a:custGeom>
              <a:avLst/>
              <a:gdLst/>
              <a:ahLst/>
              <a:cxnLst/>
              <a:rect l="l" t="t" r="r" b="b"/>
              <a:pathLst>
                <a:path w="33654" h="67310">
                  <a:moveTo>
                    <a:pt x="0" y="67056"/>
                  </a:moveTo>
                  <a:lnTo>
                    <a:pt x="0" y="0"/>
                  </a:lnTo>
                  <a:lnTo>
                    <a:pt x="33527" y="33528"/>
                  </a:lnTo>
                  <a:lnTo>
                    <a:pt x="0" y="67056"/>
                  </a:lnTo>
                  <a:close/>
                </a:path>
              </a:pathLst>
            </a:custGeom>
            <a:solidFill>
              <a:srgbClr val="267CD3"/>
            </a:solidFill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330" name="object 330"/>
            <p:cNvSpPr/>
            <p:nvPr/>
          </p:nvSpPr>
          <p:spPr>
            <a:xfrm>
              <a:off x="4800600" y="3069335"/>
              <a:ext cx="33655" cy="67310"/>
            </a:xfrm>
            <a:custGeom>
              <a:avLst/>
              <a:gdLst/>
              <a:ahLst/>
              <a:cxnLst/>
              <a:rect l="l" t="t" r="r" b="b"/>
              <a:pathLst>
                <a:path w="33654" h="67310">
                  <a:moveTo>
                    <a:pt x="33527" y="33528"/>
                  </a:moveTo>
                  <a:lnTo>
                    <a:pt x="0" y="67056"/>
                  </a:lnTo>
                  <a:lnTo>
                    <a:pt x="0" y="0"/>
                  </a:lnTo>
                  <a:lnTo>
                    <a:pt x="33527" y="33528"/>
                  </a:lnTo>
                  <a:close/>
                </a:path>
              </a:pathLst>
            </a:custGeom>
            <a:ln w="4762">
              <a:solidFill>
                <a:srgbClr val="267CD3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331" name="object 331"/>
            <p:cNvPicPr/>
            <p:nvPr/>
          </p:nvPicPr>
          <p:blipFill>
            <a:blip r:embed="rId30" cstate="print"/>
            <a:stretch>
              <a:fillRect/>
            </a:stretch>
          </p:blipFill>
          <p:spPr>
            <a:xfrm>
              <a:off x="5886163" y="3275552"/>
              <a:ext cx="163830" cy="152304"/>
            </a:xfrm>
            <a:prstGeom prst="rect">
              <a:avLst/>
            </a:prstGeom>
          </p:spPr>
        </p:pic>
        <p:sp>
          <p:nvSpPr>
            <p:cNvPr id="332" name="object 332"/>
            <p:cNvSpPr/>
            <p:nvPr/>
          </p:nvSpPr>
          <p:spPr>
            <a:xfrm>
              <a:off x="5888545" y="3425475"/>
              <a:ext cx="0" cy="1787525"/>
            </a:xfrm>
            <a:custGeom>
              <a:avLst/>
              <a:gdLst/>
              <a:ahLst/>
              <a:cxnLst/>
              <a:rect l="l" t="t" r="r" b="b"/>
              <a:pathLst>
                <a:path h="1787525">
                  <a:moveTo>
                    <a:pt x="0" y="0"/>
                  </a:moveTo>
                  <a:lnTo>
                    <a:pt x="0" y="1787366"/>
                  </a:lnTo>
                </a:path>
              </a:pathLst>
            </a:custGeom>
            <a:ln w="4762">
              <a:solidFill>
                <a:srgbClr val="070707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333" name="object 333"/>
            <p:cNvPicPr/>
            <p:nvPr/>
          </p:nvPicPr>
          <p:blipFill>
            <a:blip r:embed="rId31" cstate="print"/>
            <a:stretch>
              <a:fillRect/>
            </a:stretch>
          </p:blipFill>
          <p:spPr>
            <a:xfrm>
              <a:off x="5886163" y="5192934"/>
              <a:ext cx="70485" cy="71818"/>
            </a:xfrm>
            <a:prstGeom prst="rect">
              <a:avLst/>
            </a:prstGeom>
          </p:spPr>
        </p:pic>
        <p:pic>
          <p:nvPicPr>
            <p:cNvPr id="334" name="object 334"/>
            <p:cNvPicPr/>
            <p:nvPr/>
          </p:nvPicPr>
          <p:blipFill>
            <a:blip r:embed="rId32" cstate="print"/>
            <a:stretch>
              <a:fillRect/>
            </a:stretch>
          </p:blipFill>
          <p:spPr>
            <a:xfrm>
              <a:off x="4850320" y="3477863"/>
              <a:ext cx="108013" cy="212598"/>
            </a:xfrm>
            <a:prstGeom prst="rect">
              <a:avLst/>
            </a:prstGeom>
          </p:spPr>
        </p:pic>
        <p:pic>
          <p:nvPicPr>
            <p:cNvPr id="335" name="object 335"/>
            <p:cNvPicPr/>
            <p:nvPr/>
          </p:nvPicPr>
          <p:blipFill>
            <a:blip r:embed="rId33" cstate="print"/>
            <a:stretch>
              <a:fillRect/>
            </a:stretch>
          </p:blipFill>
          <p:spPr>
            <a:xfrm>
              <a:off x="5745956" y="3652837"/>
              <a:ext cx="135445" cy="124872"/>
            </a:xfrm>
            <a:prstGeom prst="rect">
              <a:avLst/>
            </a:prstGeom>
          </p:spPr>
        </p:pic>
        <p:sp>
          <p:nvSpPr>
            <p:cNvPr id="336" name="object 336"/>
            <p:cNvSpPr/>
            <p:nvPr/>
          </p:nvSpPr>
          <p:spPr>
            <a:xfrm>
              <a:off x="5748337" y="3775328"/>
              <a:ext cx="0" cy="1087755"/>
            </a:xfrm>
            <a:custGeom>
              <a:avLst/>
              <a:gdLst/>
              <a:ahLst/>
              <a:cxnLst/>
              <a:rect l="l" t="t" r="r" b="b"/>
              <a:pathLst>
                <a:path h="1087754">
                  <a:moveTo>
                    <a:pt x="0" y="0"/>
                  </a:moveTo>
                  <a:lnTo>
                    <a:pt x="0" y="1087564"/>
                  </a:lnTo>
                </a:path>
              </a:pathLst>
            </a:custGeom>
            <a:ln w="4762">
              <a:solidFill>
                <a:srgbClr val="070707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337" name="object 337"/>
            <p:cNvPicPr/>
            <p:nvPr/>
          </p:nvPicPr>
          <p:blipFill>
            <a:blip r:embed="rId34" cstate="print"/>
            <a:stretch>
              <a:fillRect/>
            </a:stretch>
          </p:blipFill>
          <p:spPr>
            <a:xfrm>
              <a:off x="5745956" y="4842414"/>
              <a:ext cx="70485" cy="71818"/>
            </a:xfrm>
            <a:prstGeom prst="rect">
              <a:avLst/>
            </a:prstGeom>
          </p:spPr>
        </p:pic>
        <p:pic>
          <p:nvPicPr>
            <p:cNvPr id="338" name="object 338"/>
            <p:cNvPicPr/>
            <p:nvPr/>
          </p:nvPicPr>
          <p:blipFill>
            <a:blip r:embed="rId35" cstate="print"/>
            <a:stretch>
              <a:fillRect/>
            </a:stretch>
          </p:blipFill>
          <p:spPr>
            <a:xfrm>
              <a:off x="5074824" y="3827716"/>
              <a:ext cx="79534" cy="213264"/>
            </a:xfrm>
            <a:prstGeom prst="rect">
              <a:avLst/>
            </a:prstGeom>
          </p:spPr>
        </p:pic>
        <p:pic>
          <p:nvPicPr>
            <p:cNvPr id="339" name="object 339"/>
            <p:cNvPicPr/>
            <p:nvPr/>
          </p:nvPicPr>
          <p:blipFill>
            <a:blip r:embed="rId36" cstate="print"/>
            <a:stretch>
              <a:fillRect/>
            </a:stretch>
          </p:blipFill>
          <p:spPr>
            <a:xfrm>
              <a:off x="5382482" y="4002690"/>
              <a:ext cx="135445" cy="212026"/>
            </a:xfrm>
            <a:prstGeom prst="rect">
              <a:avLst/>
            </a:prstGeom>
          </p:spPr>
        </p:pic>
        <p:pic>
          <p:nvPicPr>
            <p:cNvPr id="340" name="object 340"/>
            <p:cNvPicPr/>
            <p:nvPr/>
          </p:nvPicPr>
          <p:blipFill>
            <a:blip r:embed="rId37" cstate="print"/>
            <a:stretch>
              <a:fillRect/>
            </a:stretch>
          </p:blipFill>
          <p:spPr>
            <a:xfrm>
              <a:off x="5186457" y="4352544"/>
              <a:ext cx="135445" cy="212693"/>
            </a:xfrm>
            <a:prstGeom prst="rect">
              <a:avLst/>
            </a:prstGeom>
          </p:spPr>
        </p:pic>
        <p:pic>
          <p:nvPicPr>
            <p:cNvPr id="341" name="object 341"/>
            <p:cNvPicPr/>
            <p:nvPr/>
          </p:nvPicPr>
          <p:blipFill>
            <a:blip r:embed="rId38" cstate="print"/>
            <a:stretch>
              <a:fillRect/>
            </a:stretch>
          </p:blipFill>
          <p:spPr>
            <a:xfrm>
              <a:off x="5550026" y="4527518"/>
              <a:ext cx="135445" cy="212979"/>
            </a:xfrm>
            <a:prstGeom prst="rect">
              <a:avLst/>
            </a:prstGeom>
          </p:spPr>
        </p:pic>
        <p:pic>
          <p:nvPicPr>
            <p:cNvPr id="342" name="object 342"/>
            <p:cNvPicPr/>
            <p:nvPr/>
          </p:nvPicPr>
          <p:blipFill>
            <a:blip r:embed="rId39" cstate="print"/>
            <a:stretch>
              <a:fillRect/>
            </a:stretch>
          </p:blipFill>
          <p:spPr>
            <a:xfrm>
              <a:off x="5887212" y="4877371"/>
              <a:ext cx="162781" cy="213645"/>
            </a:xfrm>
            <a:prstGeom prst="rect">
              <a:avLst/>
            </a:prstGeom>
          </p:spPr>
        </p:pic>
        <p:pic>
          <p:nvPicPr>
            <p:cNvPr id="343" name="object 343"/>
            <p:cNvPicPr/>
            <p:nvPr/>
          </p:nvPicPr>
          <p:blipFill>
            <a:blip r:embed="rId40" cstate="print"/>
            <a:stretch>
              <a:fillRect/>
            </a:stretch>
          </p:blipFill>
          <p:spPr>
            <a:xfrm>
              <a:off x="9413938" y="5227320"/>
              <a:ext cx="135445" cy="152304"/>
            </a:xfrm>
            <a:prstGeom prst="rect">
              <a:avLst/>
            </a:prstGeom>
          </p:spPr>
        </p:pic>
        <p:sp>
          <p:nvSpPr>
            <p:cNvPr id="344" name="object 344"/>
            <p:cNvSpPr/>
            <p:nvPr/>
          </p:nvSpPr>
          <p:spPr>
            <a:xfrm>
              <a:off x="9416319" y="5377243"/>
              <a:ext cx="0" cy="737870"/>
            </a:xfrm>
            <a:custGeom>
              <a:avLst/>
              <a:gdLst/>
              <a:ahLst/>
              <a:cxnLst/>
              <a:rect l="l" t="t" r="r" b="b"/>
              <a:pathLst>
                <a:path h="737870">
                  <a:moveTo>
                    <a:pt x="0" y="0"/>
                  </a:moveTo>
                  <a:lnTo>
                    <a:pt x="0" y="737711"/>
                  </a:lnTo>
                </a:path>
              </a:pathLst>
            </a:custGeom>
            <a:ln w="4762">
              <a:solidFill>
                <a:srgbClr val="070707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pic>
          <p:nvPicPr>
            <p:cNvPr id="345" name="object 345"/>
            <p:cNvPicPr/>
            <p:nvPr/>
          </p:nvPicPr>
          <p:blipFill>
            <a:blip r:embed="rId41" cstate="print"/>
            <a:stretch>
              <a:fillRect/>
            </a:stretch>
          </p:blipFill>
          <p:spPr>
            <a:xfrm>
              <a:off x="9413938" y="6095142"/>
              <a:ext cx="70770" cy="71818"/>
            </a:xfrm>
            <a:prstGeom prst="rect">
              <a:avLst/>
            </a:prstGeom>
          </p:spPr>
        </p:pic>
        <p:pic>
          <p:nvPicPr>
            <p:cNvPr id="346" name="object 346"/>
            <p:cNvPicPr/>
            <p:nvPr/>
          </p:nvPicPr>
          <p:blipFill>
            <a:blip r:embed="rId42" cstate="print"/>
            <a:stretch>
              <a:fillRect/>
            </a:stretch>
          </p:blipFill>
          <p:spPr>
            <a:xfrm>
              <a:off x="6110573" y="5429630"/>
              <a:ext cx="135445" cy="213074"/>
            </a:xfrm>
            <a:prstGeom prst="rect">
              <a:avLst/>
            </a:prstGeom>
          </p:spPr>
        </p:pic>
        <p:pic>
          <p:nvPicPr>
            <p:cNvPr id="347" name="object 347"/>
            <p:cNvPicPr/>
            <p:nvPr/>
          </p:nvPicPr>
          <p:blipFill>
            <a:blip r:embed="rId43" cstate="print"/>
            <a:stretch>
              <a:fillRect/>
            </a:stretch>
          </p:blipFill>
          <p:spPr>
            <a:xfrm>
              <a:off x="7678483" y="5604604"/>
              <a:ext cx="135445" cy="211836"/>
            </a:xfrm>
            <a:prstGeom prst="rect">
              <a:avLst/>
            </a:prstGeom>
          </p:spPr>
        </p:pic>
        <p:pic>
          <p:nvPicPr>
            <p:cNvPr id="348" name="object 348"/>
            <p:cNvPicPr/>
            <p:nvPr/>
          </p:nvPicPr>
          <p:blipFill>
            <a:blip r:embed="rId44" cstate="print"/>
            <a:stretch>
              <a:fillRect/>
            </a:stretch>
          </p:blipFill>
          <p:spPr>
            <a:xfrm>
              <a:off x="9386601" y="5779484"/>
              <a:ext cx="162782" cy="213741"/>
            </a:xfrm>
            <a:prstGeom prst="rect">
              <a:avLst/>
            </a:prstGeom>
          </p:spPr>
        </p:pic>
        <p:sp>
          <p:nvSpPr>
            <p:cNvPr id="349" name="object 349"/>
            <p:cNvSpPr/>
            <p:nvPr/>
          </p:nvSpPr>
          <p:spPr>
            <a:xfrm>
              <a:off x="2762154" y="581025"/>
              <a:ext cx="3528060" cy="93980"/>
            </a:xfrm>
            <a:custGeom>
              <a:avLst/>
              <a:gdLst/>
              <a:ahLst/>
              <a:cxnLst/>
              <a:rect l="l" t="t" r="r" b="b"/>
              <a:pathLst>
                <a:path w="3528060" h="93979">
                  <a:moveTo>
                    <a:pt x="0" y="0"/>
                  </a:moveTo>
                  <a:lnTo>
                    <a:pt x="0" y="93821"/>
                  </a:lnTo>
                </a:path>
                <a:path w="3528060" h="93979">
                  <a:moveTo>
                    <a:pt x="196024" y="0"/>
                  </a:moveTo>
                  <a:lnTo>
                    <a:pt x="196024" y="93821"/>
                  </a:lnTo>
                </a:path>
                <a:path w="3528060" h="93979">
                  <a:moveTo>
                    <a:pt x="391953" y="0"/>
                  </a:moveTo>
                  <a:lnTo>
                    <a:pt x="391953" y="93821"/>
                  </a:lnTo>
                </a:path>
                <a:path w="3528060" h="93979">
                  <a:moveTo>
                    <a:pt x="587978" y="0"/>
                  </a:moveTo>
                  <a:lnTo>
                    <a:pt x="587978" y="93821"/>
                  </a:lnTo>
                </a:path>
                <a:path w="3528060" h="93979">
                  <a:moveTo>
                    <a:pt x="783907" y="0"/>
                  </a:moveTo>
                  <a:lnTo>
                    <a:pt x="783907" y="93821"/>
                  </a:lnTo>
                </a:path>
                <a:path w="3528060" h="93979">
                  <a:moveTo>
                    <a:pt x="979932" y="0"/>
                  </a:moveTo>
                  <a:lnTo>
                    <a:pt x="979932" y="93821"/>
                  </a:lnTo>
                </a:path>
                <a:path w="3528060" h="93979">
                  <a:moveTo>
                    <a:pt x="1175956" y="0"/>
                  </a:moveTo>
                  <a:lnTo>
                    <a:pt x="1175956" y="93821"/>
                  </a:lnTo>
                </a:path>
                <a:path w="3528060" h="93979">
                  <a:moveTo>
                    <a:pt x="1371885" y="0"/>
                  </a:moveTo>
                  <a:lnTo>
                    <a:pt x="1371885" y="93821"/>
                  </a:lnTo>
                </a:path>
                <a:path w="3528060" h="93979">
                  <a:moveTo>
                    <a:pt x="1567910" y="0"/>
                  </a:moveTo>
                  <a:lnTo>
                    <a:pt x="1567910" y="93821"/>
                  </a:lnTo>
                </a:path>
                <a:path w="3528060" h="93979">
                  <a:moveTo>
                    <a:pt x="1763934" y="0"/>
                  </a:moveTo>
                  <a:lnTo>
                    <a:pt x="1763934" y="93821"/>
                  </a:lnTo>
                </a:path>
                <a:path w="3528060" h="93979">
                  <a:moveTo>
                    <a:pt x="1959864" y="0"/>
                  </a:moveTo>
                  <a:lnTo>
                    <a:pt x="1959864" y="93821"/>
                  </a:lnTo>
                </a:path>
                <a:path w="3528060" h="93979">
                  <a:moveTo>
                    <a:pt x="2155888" y="0"/>
                  </a:moveTo>
                  <a:lnTo>
                    <a:pt x="2155888" y="93821"/>
                  </a:lnTo>
                </a:path>
                <a:path w="3528060" h="93979">
                  <a:moveTo>
                    <a:pt x="2351912" y="0"/>
                  </a:moveTo>
                  <a:lnTo>
                    <a:pt x="2351912" y="93821"/>
                  </a:lnTo>
                </a:path>
                <a:path w="3528060" h="93979">
                  <a:moveTo>
                    <a:pt x="2547842" y="0"/>
                  </a:moveTo>
                  <a:lnTo>
                    <a:pt x="2547842" y="93821"/>
                  </a:lnTo>
                </a:path>
                <a:path w="3528060" h="93979">
                  <a:moveTo>
                    <a:pt x="2743866" y="0"/>
                  </a:moveTo>
                  <a:lnTo>
                    <a:pt x="2743866" y="93821"/>
                  </a:lnTo>
                </a:path>
                <a:path w="3528060" h="93979">
                  <a:moveTo>
                    <a:pt x="2939891" y="0"/>
                  </a:moveTo>
                  <a:lnTo>
                    <a:pt x="2939891" y="93821"/>
                  </a:lnTo>
                </a:path>
                <a:path w="3528060" h="93979">
                  <a:moveTo>
                    <a:pt x="3135820" y="0"/>
                  </a:moveTo>
                  <a:lnTo>
                    <a:pt x="3135820" y="93821"/>
                  </a:lnTo>
                </a:path>
                <a:path w="3528060" h="93979">
                  <a:moveTo>
                    <a:pt x="3331844" y="0"/>
                  </a:moveTo>
                  <a:lnTo>
                    <a:pt x="3331844" y="93821"/>
                  </a:lnTo>
                </a:path>
                <a:path w="3528060" h="93979">
                  <a:moveTo>
                    <a:pt x="3527869" y="0"/>
                  </a:moveTo>
                  <a:lnTo>
                    <a:pt x="3527869" y="93821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</p:grpSp>
      <p:sp>
        <p:nvSpPr>
          <p:cNvPr id="350" name="object 350"/>
          <p:cNvSpPr txBox="1"/>
          <p:nvPr/>
        </p:nvSpPr>
        <p:spPr>
          <a:xfrm>
            <a:off x="5589367" y="528385"/>
            <a:ext cx="1479854" cy="165735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190500" algn="l"/>
                <a:tab pos="796925" algn="l"/>
                <a:tab pos="974090" algn="l"/>
                <a:tab pos="1580515" algn="l"/>
              </a:tabLst>
            </a:pPr>
            <a:r>
              <a:rPr sz="500" spc="-50" dirty="0">
                <a:latin typeface="Gadugi" panose="020B0502040204020203"/>
                <a:cs typeface="Gadugi" panose="020B0502040204020203"/>
              </a:rPr>
              <a:t>8</a:t>
            </a:r>
            <a:r>
              <a:rPr sz="500" dirty="0">
                <a:latin typeface="Gadugi" panose="020B0502040204020203"/>
                <a:cs typeface="Gadugi" panose="020B0502040204020203"/>
              </a:rPr>
              <a:t>	15</a:t>
            </a:r>
            <a:r>
              <a:rPr sz="500" spc="310" dirty="0">
                <a:latin typeface="Gadugi" panose="020B0502040204020203"/>
                <a:cs typeface="Gadugi" panose="020B0502040204020203"/>
              </a:rPr>
              <a:t>  </a:t>
            </a:r>
            <a:r>
              <a:rPr sz="500" dirty="0">
                <a:latin typeface="Gadugi" panose="020B0502040204020203"/>
                <a:cs typeface="Gadugi" panose="020B0502040204020203"/>
              </a:rPr>
              <a:t>22</a:t>
            </a:r>
            <a:r>
              <a:rPr sz="500" spc="315" dirty="0">
                <a:latin typeface="Gadugi" panose="020B0502040204020203"/>
                <a:cs typeface="Gadugi" panose="020B0502040204020203"/>
              </a:rPr>
              <a:t> 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29</a:t>
            </a:r>
            <a:r>
              <a:rPr sz="500" dirty="0">
                <a:latin typeface="Gadugi" panose="020B0502040204020203"/>
                <a:cs typeface="Gadugi" panose="020B0502040204020203"/>
              </a:rPr>
              <a:t>	</a:t>
            </a:r>
            <a:r>
              <a:rPr sz="500" spc="-50" dirty="0">
                <a:latin typeface="Gadugi" panose="020B0502040204020203"/>
                <a:cs typeface="Gadugi" panose="020B0502040204020203"/>
              </a:rPr>
              <a:t>5</a:t>
            </a:r>
            <a:r>
              <a:rPr sz="500" dirty="0">
                <a:latin typeface="Gadugi" panose="020B0502040204020203"/>
                <a:cs typeface="Gadugi" panose="020B0502040204020203"/>
              </a:rPr>
              <a:t>	12</a:t>
            </a:r>
            <a:r>
              <a:rPr sz="500" spc="310" dirty="0">
                <a:latin typeface="Gadugi" panose="020B0502040204020203"/>
                <a:cs typeface="Gadugi" panose="020B0502040204020203"/>
              </a:rPr>
              <a:t>  </a:t>
            </a:r>
            <a:r>
              <a:rPr sz="500" dirty="0">
                <a:latin typeface="Gadugi" panose="020B0502040204020203"/>
                <a:cs typeface="Gadugi" panose="020B0502040204020203"/>
              </a:rPr>
              <a:t>19</a:t>
            </a:r>
            <a:r>
              <a:rPr sz="500" spc="315" dirty="0">
                <a:latin typeface="Gadugi" panose="020B0502040204020203"/>
                <a:cs typeface="Gadugi" panose="020B0502040204020203"/>
              </a:rPr>
              <a:t> 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26</a:t>
            </a:r>
            <a:r>
              <a:rPr sz="500" dirty="0">
                <a:latin typeface="Gadugi" panose="020B0502040204020203"/>
                <a:cs typeface="Gadugi" panose="020B0502040204020203"/>
              </a:rPr>
              <a:t>	</a:t>
            </a:r>
            <a:r>
              <a:rPr sz="500" spc="-50" dirty="0">
                <a:latin typeface="Gadugi" panose="020B0502040204020203"/>
                <a:cs typeface="Gadugi" panose="020B0502040204020203"/>
              </a:rPr>
              <a:t>2</a:t>
            </a:r>
            <a:endParaRPr sz="500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51" name="object 351"/>
          <p:cNvSpPr/>
          <p:nvPr/>
        </p:nvSpPr>
        <p:spPr>
          <a:xfrm>
            <a:off x="7129076" y="526874"/>
            <a:ext cx="533208" cy="85221"/>
          </a:xfrm>
          <a:custGeom>
            <a:avLst/>
            <a:gdLst/>
            <a:ahLst/>
            <a:cxnLst/>
            <a:rect l="l" t="t" r="r" b="b"/>
            <a:pathLst>
              <a:path w="588009" h="93979">
                <a:moveTo>
                  <a:pt x="0" y="0"/>
                </a:moveTo>
                <a:lnTo>
                  <a:pt x="0" y="93821"/>
                </a:lnTo>
              </a:path>
              <a:path w="588009" h="93979">
                <a:moveTo>
                  <a:pt x="196024" y="0"/>
                </a:moveTo>
                <a:lnTo>
                  <a:pt x="196024" y="93821"/>
                </a:lnTo>
              </a:path>
              <a:path w="588009" h="93979">
                <a:moveTo>
                  <a:pt x="392048" y="0"/>
                </a:moveTo>
                <a:lnTo>
                  <a:pt x="392048" y="93821"/>
                </a:lnTo>
              </a:path>
              <a:path w="588009" h="93979">
                <a:moveTo>
                  <a:pt x="587978" y="0"/>
                </a:moveTo>
                <a:lnTo>
                  <a:pt x="587978" y="93821"/>
                </a:lnTo>
              </a:path>
            </a:pathLst>
          </a:custGeom>
          <a:ln w="3175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352" name="object 352"/>
          <p:cNvSpPr txBox="1"/>
          <p:nvPr/>
        </p:nvSpPr>
        <p:spPr>
          <a:xfrm>
            <a:off x="7189674" y="528385"/>
            <a:ext cx="591366" cy="165735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189230" algn="l"/>
                <a:tab pos="600710" algn="l"/>
              </a:tabLst>
            </a:pPr>
            <a:r>
              <a:rPr sz="500" spc="-50" dirty="0">
                <a:latin typeface="Gadugi" panose="020B0502040204020203"/>
                <a:cs typeface="Gadugi" panose="020B0502040204020203"/>
              </a:rPr>
              <a:t>9</a:t>
            </a:r>
            <a:r>
              <a:rPr sz="500" dirty="0">
                <a:latin typeface="Gadugi" panose="020B0502040204020203"/>
                <a:cs typeface="Gadugi" panose="020B0502040204020203"/>
              </a:rPr>
              <a:t>	16</a:t>
            </a:r>
            <a:r>
              <a:rPr sz="500" spc="315" dirty="0">
                <a:latin typeface="Gadugi" panose="020B0502040204020203"/>
                <a:cs typeface="Gadugi" panose="020B0502040204020203"/>
              </a:rPr>
              <a:t> 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23</a:t>
            </a:r>
            <a:r>
              <a:rPr sz="500" dirty="0">
                <a:latin typeface="Gadugi" panose="020B0502040204020203"/>
                <a:cs typeface="Gadugi" panose="020B0502040204020203"/>
              </a:rPr>
              <a:t>	</a:t>
            </a:r>
            <a:r>
              <a:rPr sz="500" spc="-50" dirty="0">
                <a:latin typeface="Gadugi" panose="020B0502040204020203"/>
                <a:cs typeface="Gadugi" panose="020B0502040204020203"/>
              </a:rPr>
              <a:t>2</a:t>
            </a:r>
            <a:endParaRPr sz="500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53" name="object 353"/>
          <p:cNvSpPr/>
          <p:nvPr/>
        </p:nvSpPr>
        <p:spPr>
          <a:xfrm>
            <a:off x="7840010" y="526874"/>
            <a:ext cx="2488688" cy="85221"/>
          </a:xfrm>
          <a:custGeom>
            <a:avLst/>
            <a:gdLst/>
            <a:ahLst/>
            <a:cxnLst/>
            <a:rect l="l" t="t" r="r" b="b"/>
            <a:pathLst>
              <a:path w="2744470" h="93979">
                <a:moveTo>
                  <a:pt x="0" y="0"/>
                </a:moveTo>
                <a:lnTo>
                  <a:pt x="0" y="93821"/>
                </a:lnTo>
              </a:path>
              <a:path w="2744470" h="93979">
                <a:moveTo>
                  <a:pt x="196024" y="0"/>
                </a:moveTo>
                <a:lnTo>
                  <a:pt x="196024" y="93821"/>
                </a:lnTo>
              </a:path>
              <a:path w="2744470" h="93979">
                <a:moveTo>
                  <a:pt x="391953" y="0"/>
                </a:moveTo>
                <a:lnTo>
                  <a:pt x="391953" y="93821"/>
                </a:lnTo>
              </a:path>
              <a:path w="2744470" h="93979">
                <a:moveTo>
                  <a:pt x="587978" y="0"/>
                </a:moveTo>
                <a:lnTo>
                  <a:pt x="587978" y="93821"/>
                </a:lnTo>
              </a:path>
              <a:path w="2744470" h="93979">
                <a:moveTo>
                  <a:pt x="783907" y="0"/>
                </a:moveTo>
                <a:lnTo>
                  <a:pt x="783907" y="93821"/>
                </a:lnTo>
              </a:path>
              <a:path w="2744470" h="93979">
                <a:moveTo>
                  <a:pt x="979932" y="0"/>
                </a:moveTo>
                <a:lnTo>
                  <a:pt x="979932" y="93821"/>
                </a:lnTo>
              </a:path>
              <a:path w="2744470" h="93979">
                <a:moveTo>
                  <a:pt x="1175956" y="0"/>
                </a:moveTo>
                <a:lnTo>
                  <a:pt x="1175956" y="93821"/>
                </a:lnTo>
              </a:path>
              <a:path w="2744470" h="93979">
                <a:moveTo>
                  <a:pt x="1371886" y="0"/>
                </a:moveTo>
                <a:lnTo>
                  <a:pt x="1371886" y="93821"/>
                </a:lnTo>
              </a:path>
              <a:path w="2744470" h="93979">
                <a:moveTo>
                  <a:pt x="1567910" y="0"/>
                </a:moveTo>
                <a:lnTo>
                  <a:pt x="1567910" y="93821"/>
                </a:lnTo>
              </a:path>
              <a:path w="2744470" h="93979">
                <a:moveTo>
                  <a:pt x="1763934" y="0"/>
                </a:moveTo>
                <a:lnTo>
                  <a:pt x="1763934" y="93821"/>
                </a:lnTo>
              </a:path>
              <a:path w="2744470" h="93979">
                <a:moveTo>
                  <a:pt x="1959864" y="0"/>
                </a:moveTo>
                <a:lnTo>
                  <a:pt x="1959864" y="93821"/>
                </a:lnTo>
              </a:path>
              <a:path w="2744470" h="93979">
                <a:moveTo>
                  <a:pt x="2155888" y="0"/>
                </a:moveTo>
                <a:lnTo>
                  <a:pt x="2155888" y="93821"/>
                </a:lnTo>
              </a:path>
              <a:path w="2744470" h="93979">
                <a:moveTo>
                  <a:pt x="2351912" y="0"/>
                </a:moveTo>
                <a:lnTo>
                  <a:pt x="2351912" y="93821"/>
                </a:lnTo>
              </a:path>
              <a:path w="2744470" h="93979">
                <a:moveTo>
                  <a:pt x="2547842" y="0"/>
                </a:moveTo>
                <a:lnTo>
                  <a:pt x="2547842" y="93821"/>
                </a:lnTo>
              </a:path>
              <a:path w="2744470" h="93979">
                <a:moveTo>
                  <a:pt x="2743866" y="0"/>
                </a:moveTo>
                <a:lnTo>
                  <a:pt x="2743866" y="93821"/>
                </a:lnTo>
              </a:path>
            </a:pathLst>
          </a:custGeom>
          <a:ln w="3175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354" name="object 354"/>
          <p:cNvSpPr txBox="1"/>
          <p:nvPr/>
        </p:nvSpPr>
        <p:spPr>
          <a:xfrm>
            <a:off x="10210706" y="528385"/>
            <a:ext cx="252784" cy="88900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189230" algn="l"/>
              </a:tabLst>
            </a:pPr>
            <a:r>
              <a:rPr sz="500" spc="-50" dirty="0">
                <a:latin typeface="Gadugi" panose="020B0502040204020203"/>
                <a:cs typeface="Gadugi" panose="020B0502040204020203"/>
              </a:rPr>
              <a:t>8</a:t>
            </a:r>
            <a:r>
              <a:rPr sz="500" dirty="0">
                <a:latin typeface="Gadugi" panose="020B0502040204020203"/>
                <a:cs typeface="Gadugi" panose="020B0502040204020203"/>
              </a:rPr>
              <a:t>	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15</a:t>
            </a:r>
            <a:endParaRPr sz="500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55" name="object 355"/>
          <p:cNvSpPr/>
          <p:nvPr/>
        </p:nvSpPr>
        <p:spPr>
          <a:xfrm>
            <a:off x="3802946" y="441882"/>
            <a:ext cx="6703104" cy="170442"/>
          </a:xfrm>
          <a:custGeom>
            <a:avLst/>
            <a:gdLst/>
            <a:ahLst/>
            <a:cxnLst/>
            <a:rect l="l" t="t" r="r" b="b"/>
            <a:pathLst>
              <a:path w="7392034" h="187959">
                <a:moveTo>
                  <a:pt x="7391876" y="93725"/>
                </a:moveTo>
                <a:lnTo>
                  <a:pt x="7391876" y="187547"/>
                </a:lnTo>
              </a:path>
              <a:path w="7392034" h="187959">
                <a:moveTo>
                  <a:pt x="0" y="0"/>
                </a:moveTo>
                <a:lnTo>
                  <a:pt x="0" y="93725"/>
                </a:lnTo>
              </a:path>
            </a:pathLst>
          </a:custGeom>
          <a:ln w="3175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356" name="object 356"/>
          <p:cNvSpPr txBox="1"/>
          <p:nvPr/>
        </p:nvSpPr>
        <p:spPr>
          <a:xfrm>
            <a:off x="3617258" y="433829"/>
            <a:ext cx="1852984" cy="261620"/>
          </a:xfrm>
          <a:prstGeom prst="rect">
            <a:avLst/>
          </a:prstGeom>
        </p:spPr>
        <p:txBody>
          <a:bodyPr vert="horz" wrap="square" lIns="0" tIns="20729" rIns="0" bIns="0" rtlCol="0">
            <a:spAutoFit/>
          </a:bodyPr>
          <a:lstStyle/>
          <a:p>
            <a:pPr marL="230505">
              <a:lnSpc>
                <a:spcPct val="100000"/>
              </a:lnSpc>
              <a:spcBef>
                <a:spcPts val="180"/>
              </a:spcBef>
            </a:pPr>
            <a:r>
              <a:rPr sz="500" dirty="0">
                <a:latin typeface="Gadugi" panose="020B0502040204020203"/>
                <a:cs typeface="Gadugi" panose="020B0502040204020203"/>
              </a:rPr>
              <a:t>Oct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'24</a:t>
            </a:r>
            <a:endParaRPr sz="500">
              <a:latin typeface="Gadugi" panose="020B0502040204020203"/>
              <a:cs typeface="Gadugi" panose="020B0502040204020203"/>
            </a:endParaRPr>
          </a:p>
          <a:p>
            <a:pPr marL="12700">
              <a:lnSpc>
                <a:spcPct val="100000"/>
              </a:lnSpc>
              <a:spcBef>
                <a:spcPts val="85"/>
              </a:spcBef>
              <a:tabLst>
                <a:tab pos="423545" algn="l"/>
                <a:tab pos="600710" algn="l"/>
                <a:tab pos="1207135" algn="l"/>
                <a:tab pos="1383665" algn="l"/>
                <a:tab pos="1991995" algn="l"/>
              </a:tabLst>
            </a:pPr>
            <a:r>
              <a:rPr sz="500" dirty="0">
                <a:latin typeface="Gadugi" panose="020B0502040204020203"/>
                <a:cs typeface="Gadugi" panose="020B0502040204020203"/>
              </a:rPr>
              <a:t>22</a:t>
            </a:r>
            <a:r>
              <a:rPr sz="500" spc="315" dirty="0">
                <a:latin typeface="Gadugi" panose="020B0502040204020203"/>
                <a:cs typeface="Gadugi" panose="020B0502040204020203"/>
              </a:rPr>
              <a:t> 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29</a:t>
            </a:r>
            <a:r>
              <a:rPr sz="500" dirty="0">
                <a:latin typeface="Gadugi" panose="020B0502040204020203"/>
                <a:cs typeface="Gadugi" panose="020B0502040204020203"/>
              </a:rPr>
              <a:t>	</a:t>
            </a:r>
            <a:r>
              <a:rPr sz="500" spc="-50" dirty="0">
                <a:latin typeface="Gadugi" panose="020B0502040204020203"/>
                <a:cs typeface="Gadugi" panose="020B0502040204020203"/>
              </a:rPr>
              <a:t>6</a:t>
            </a:r>
            <a:r>
              <a:rPr sz="500" dirty="0">
                <a:latin typeface="Gadugi" panose="020B0502040204020203"/>
                <a:cs typeface="Gadugi" panose="020B0502040204020203"/>
              </a:rPr>
              <a:t>	13</a:t>
            </a:r>
            <a:r>
              <a:rPr sz="500" spc="315" dirty="0">
                <a:latin typeface="Gadugi" panose="020B0502040204020203"/>
                <a:cs typeface="Gadugi" panose="020B0502040204020203"/>
              </a:rPr>
              <a:t>  </a:t>
            </a:r>
            <a:r>
              <a:rPr sz="500" dirty="0">
                <a:latin typeface="Gadugi" panose="020B0502040204020203"/>
                <a:cs typeface="Gadugi" panose="020B0502040204020203"/>
              </a:rPr>
              <a:t>20</a:t>
            </a:r>
            <a:r>
              <a:rPr sz="500" spc="310" dirty="0">
                <a:latin typeface="Gadugi" panose="020B0502040204020203"/>
                <a:cs typeface="Gadugi" panose="020B0502040204020203"/>
              </a:rPr>
              <a:t> 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27</a:t>
            </a:r>
            <a:r>
              <a:rPr sz="500" dirty="0">
                <a:latin typeface="Gadugi" panose="020B0502040204020203"/>
                <a:cs typeface="Gadugi" panose="020B0502040204020203"/>
              </a:rPr>
              <a:t>	</a:t>
            </a:r>
            <a:r>
              <a:rPr sz="500" spc="-50" dirty="0">
                <a:latin typeface="Gadugi" panose="020B0502040204020203"/>
                <a:cs typeface="Gadugi" panose="020B0502040204020203"/>
              </a:rPr>
              <a:t>3</a:t>
            </a:r>
            <a:r>
              <a:rPr sz="500" dirty="0">
                <a:latin typeface="Gadugi" panose="020B0502040204020203"/>
                <a:cs typeface="Gadugi" panose="020B0502040204020203"/>
              </a:rPr>
              <a:t>	10</a:t>
            </a:r>
            <a:r>
              <a:rPr sz="500" spc="315" dirty="0">
                <a:latin typeface="Gadugi" panose="020B0502040204020203"/>
                <a:cs typeface="Gadugi" panose="020B0502040204020203"/>
              </a:rPr>
              <a:t>  </a:t>
            </a:r>
            <a:r>
              <a:rPr sz="500" dirty="0">
                <a:latin typeface="Gadugi" panose="020B0502040204020203"/>
                <a:cs typeface="Gadugi" panose="020B0502040204020203"/>
              </a:rPr>
              <a:t>17</a:t>
            </a:r>
            <a:r>
              <a:rPr sz="500" spc="315" dirty="0">
                <a:latin typeface="Gadugi" panose="020B0502040204020203"/>
                <a:cs typeface="Gadugi" panose="020B0502040204020203"/>
              </a:rPr>
              <a:t> 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24</a:t>
            </a:r>
            <a:r>
              <a:rPr sz="500" dirty="0">
                <a:latin typeface="Gadugi" panose="020B0502040204020203"/>
                <a:cs typeface="Gadugi" panose="020B0502040204020203"/>
              </a:rPr>
              <a:t>	</a:t>
            </a:r>
            <a:r>
              <a:rPr sz="500" spc="-50" dirty="0">
                <a:latin typeface="Gadugi" panose="020B0502040204020203"/>
                <a:cs typeface="Gadugi" panose="020B0502040204020203"/>
              </a:rPr>
              <a:t>1</a:t>
            </a:r>
            <a:endParaRPr sz="500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57" name="object 357"/>
          <p:cNvSpPr/>
          <p:nvPr/>
        </p:nvSpPr>
        <p:spPr>
          <a:xfrm>
            <a:off x="4590320" y="441882"/>
            <a:ext cx="0" cy="85221"/>
          </a:xfrm>
          <a:custGeom>
            <a:avLst/>
            <a:gdLst/>
            <a:ahLst/>
            <a:cxnLst/>
            <a:rect l="l" t="t" r="r" b="b"/>
            <a:pathLst>
              <a:path h="93979">
                <a:moveTo>
                  <a:pt x="0" y="0"/>
                </a:moveTo>
                <a:lnTo>
                  <a:pt x="0" y="93725"/>
                </a:lnTo>
              </a:path>
            </a:pathLst>
          </a:custGeom>
          <a:ln w="3175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358" name="object 358"/>
          <p:cNvSpPr txBox="1"/>
          <p:nvPr/>
        </p:nvSpPr>
        <p:spPr>
          <a:xfrm>
            <a:off x="4601202" y="442689"/>
            <a:ext cx="240116" cy="88900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500" dirty="0">
                <a:latin typeface="Gadugi" panose="020B0502040204020203"/>
                <a:cs typeface="Gadugi" panose="020B0502040204020203"/>
              </a:rPr>
              <a:t>Nov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'24</a:t>
            </a:r>
            <a:endParaRPr sz="500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59" name="object 359"/>
          <p:cNvSpPr/>
          <p:nvPr/>
        </p:nvSpPr>
        <p:spPr>
          <a:xfrm>
            <a:off x="5351869" y="441882"/>
            <a:ext cx="0" cy="85221"/>
          </a:xfrm>
          <a:custGeom>
            <a:avLst/>
            <a:gdLst/>
            <a:ahLst/>
            <a:cxnLst/>
            <a:rect l="l" t="t" r="r" b="b"/>
            <a:pathLst>
              <a:path h="93979">
                <a:moveTo>
                  <a:pt x="0" y="0"/>
                </a:moveTo>
                <a:lnTo>
                  <a:pt x="0" y="93725"/>
                </a:lnTo>
              </a:path>
            </a:pathLst>
          </a:custGeom>
          <a:ln w="3175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360" name="object 360"/>
          <p:cNvSpPr txBox="1"/>
          <p:nvPr/>
        </p:nvSpPr>
        <p:spPr>
          <a:xfrm>
            <a:off x="5362703" y="442689"/>
            <a:ext cx="232054" cy="88900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500" dirty="0">
                <a:latin typeface="Gadugi" panose="020B0502040204020203"/>
                <a:cs typeface="Gadugi" panose="020B0502040204020203"/>
              </a:rPr>
              <a:t>Dec</a:t>
            </a:r>
            <a:r>
              <a:rPr sz="500" spc="-5" dirty="0">
                <a:latin typeface="Gadugi" panose="020B0502040204020203"/>
                <a:cs typeface="Gadugi" panose="020B0502040204020203"/>
              </a:rPr>
              <a:t>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'24</a:t>
            </a:r>
            <a:endParaRPr sz="500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61" name="object 361"/>
          <p:cNvSpPr/>
          <p:nvPr/>
        </p:nvSpPr>
        <p:spPr>
          <a:xfrm>
            <a:off x="6139157" y="441882"/>
            <a:ext cx="0" cy="85221"/>
          </a:xfrm>
          <a:custGeom>
            <a:avLst/>
            <a:gdLst/>
            <a:ahLst/>
            <a:cxnLst/>
            <a:rect l="l" t="t" r="r" b="b"/>
            <a:pathLst>
              <a:path h="93979">
                <a:moveTo>
                  <a:pt x="0" y="0"/>
                </a:moveTo>
                <a:lnTo>
                  <a:pt x="0" y="93725"/>
                </a:lnTo>
              </a:path>
            </a:pathLst>
          </a:custGeom>
          <a:ln w="3175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362" name="object 362"/>
          <p:cNvSpPr txBox="1"/>
          <p:nvPr/>
        </p:nvSpPr>
        <p:spPr>
          <a:xfrm>
            <a:off x="6150421" y="442689"/>
            <a:ext cx="215356" cy="88900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500" dirty="0">
                <a:latin typeface="Gadugi" panose="020B0502040204020203"/>
                <a:cs typeface="Gadugi" panose="020B0502040204020203"/>
              </a:rPr>
              <a:t>Jan</a:t>
            </a:r>
            <a:r>
              <a:rPr sz="500" spc="-5" dirty="0">
                <a:latin typeface="Gadugi" panose="020B0502040204020203"/>
                <a:cs typeface="Gadugi" panose="020B0502040204020203"/>
              </a:rPr>
              <a:t>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'25</a:t>
            </a:r>
            <a:endParaRPr sz="500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63" name="object 363"/>
          <p:cNvSpPr/>
          <p:nvPr/>
        </p:nvSpPr>
        <p:spPr>
          <a:xfrm>
            <a:off x="6926532" y="441882"/>
            <a:ext cx="0" cy="85221"/>
          </a:xfrm>
          <a:custGeom>
            <a:avLst/>
            <a:gdLst/>
            <a:ahLst/>
            <a:cxnLst/>
            <a:rect l="l" t="t" r="r" b="b"/>
            <a:pathLst>
              <a:path h="93979">
                <a:moveTo>
                  <a:pt x="0" y="0"/>
                </a:moveTo>
                <a:lnTo>
                  <a:pt x="0" y="93725"/>
                </a:lnTo>
              </a:path>
            </a:pathLst>
          </a:custGeom>
          <a:ln w="3175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364" name="object 364"/>
          <p:cNvSpPr txBox="1"/>
          <p:nvPr/>
        </p:nvSpPr>
        <p:spPr>
          <a:xfrm>
            <a:off x="6938178" y="442689"/>
            <a:ext cx="226296" cy="88900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500" dirty="0">
                <a:latin typeface="Gadugi" panose="020B0502040204020203"/>
                <a:cs typeface="Gadugi" panose="020B0502040204020203"/>
              </a:rPr>
              <a:t>Feb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'25</a:t>
            </a:r>
            <a:endParaRPr sz="500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65" name="object 365"/>
          <p:cNvSpPr/>
          <p:nvPr/>
        </p:nvSpPr>
        <p:spPr>
          <a:xfrm>
            <a:off x="7637466" y="441882"/>
            <a:ext cx="0" cy="85221"/>
          </a:xfrm>
          <a:custGeom>
            <a:avLst/>
            <a:gdLst/>
            <a:ahLst/>
            <a:cxnLst/>
            <a:rect l="l" t="t" r="r" b="b"/>
            <a:pathLst>
              <a:path h="93979">
                <a:moveTo>
                  <a:pt x="0" y="0"/>
                </a:moveTo>
                <a:lnTo>
                  <a:pt x="0" y="93725"/>
                </a:lnTo>
              </a:path>
            </a:pathLst>
          </a:custGeom>
          <a:ln w="3175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366" name="object 366"/>
          <p:cNvSpPr txBox="1"/>
          <p:nvPr/>
        </p:nvSpPr>
        <p:spPr>
          <a:xfrm>
            <a:off x="7648491" y="442689"/>
            <a:ext cx="236661" cy="88900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500" dirty="0">
                <a:latin typeface="Gadugi" panose="020B0502040204020203"/>
                <a:cs typeface="Gadugi" panose="020B0502040204020203"/>
              </a:rPr>
              <a:t>Mar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'25</a:t>
            </a:r>
            <a:endParaRPr sz="500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67" name="object 367"/>
          <p:cNvSpPr/>
          <p:nvPr/>
        </p:nvSpPr>
        <p:spPr>
          <a:xfrm>
            <a:off x="8423804" y="441882"/>
            <a:ext cx="0" cy="85221"/>
          </a:xfrm>
          <a:custGeom>
            <a:avLst/>
            <a:gdLst/>
            <a:ahLst/>
            <a:cxnLst/>
            <a:rect l="l" t="t" r="r" b="b"/>
            <a:pathLst>
              <a:path h="93979">
                <a:moveTo>
                  <a:pt x="0" y="0"/>
                </a:moveTo>
                <a:lnTo>
                  <a:pt x="0" y="93725"/>
                </a:lnTo>
              </a:path>
            </a:pathLst>
          </a:custGeom>
          <a:ln w="3175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368" name="object 368"/>
          <p:cNvSpPr txBox="1"/>
          <p:nvPr/>
        </p:nvSpPr>
        <p:spPr>
          <a:xfrm>
            <a:off x="7900026" y="433829"/>
            <a:ext cx="2190414" cy="261620"/>
          </a:xfrm>
          <a:prstGeom prst="rect">
            <a:avLst/>
          </a:prstGeom>
        </p:spPr>
        <p:txBody>
          <a:bodyPr vert="horz" wrap="square" lIns="0" tIns="20729" rIns="0" bIns="0" rtlCol="0">
            <a:spAutoFit/>
          </a:bodyPr>
          <a:lstStyle/>
          <a:p>
            <a:pPr marL="601980">
              <a:lnSpc>
                <a:spcPct val="100000"/>
              </a:lnSpc>
              <a:spcBef>
                <a:spcPts val="180"/>
              </a:spcBef>
            </a:pPr>
            <a:r>
              <a:rPr sz="500" dirty="0">
                <a:latin typeface="Gadugi" panose="020B0502040204020203"/>
                <a:cs typeface="Gadugi" panose="020B0502040204020203"/>
              </a:rPr>
              <a:t>Apr</a:t>
            </a:r>
            <a:r>
              <a:rPr sz="500" spc="-10" dirty="0">
                <a:latin typeface="Gadugi" panose="020B0502040204020203"/>
                <a:cs typeface="Gadugi" panose="020B0502040204020203"/>
              </a:rPr>
              <a:t>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'25</a:t>
            </a:r>
            <a:endParaRPr sz="500">
              <a:latin typeface="Gadugi" panose="020B0502040204020203"/>
              <a:cs typeface="Gadugi" panose="020B0502040204020203"/>
            </a:endParaRPr>
          </a:p>
          <a:p>
            <a:pPr marL="12700">
              <a:lnSpc>
                <a:spcPct val="100000"/>
              </a:lnSpc>
              <a:spcBef>
                <a:spcPts val="85"/>
              </a:spcBef>
              <a:tabLst>
                <a:tab pos="189230" algn="l"/>
                <a:tab pos="796925" algn="l"/>
                <a:tab pos="974090" algn="l"/>
                <a:tab pos="1580515" algn="l"/>
                <a:tab pos="1757045" algn="l"/>
                <a:tab pos="2364105" algn="l"/>
              </a:tabLst>
            </a:pPr>
            <a:r>
              <a:rPr sz="500" spc="-50" dirty="0">
                <a:latin typeface="Gadugi" panose="020B0502040204020203"/>
                <a:cs typeface="Gadugi" panose="020B0502040204020203"/>
              </a:rPr>
              <a:t>9</a:t>
            </a:r>
            <a:r>
              <a:rPr sz="500" dirty="0">
                <a:latin typeface="Gadugi" panose="020B0502040204020203"/>
                <a:cs typeface="Gadugi" panose="020B0502040204020203"/>
              </a:rPr>
              <a:t>	16</a:t>
            </a:r>
            <a:r>
              <a:rPr sz="500" spc="315" dirty="0">
                <a:latin typeface="Gadugi" panose="020B0502040204020203"/>
                <a:cs typeface="Gadugi" panose="020B0502040204020203"/>
              </a:rPr>
              <a:t>  </a:t>
            </a:r>
            <a:r>
              <a:rPr sz="500" dirty="0">
                <a:latin typeface="Gadugi" panose="020B0502040204020203"/>
                <a:cs typeface="Gadugi" panose="020B0502040204020203"/>
              </a:rPr>
              <a:t>23</a:t>
            </a:r>
            <a:r>
              <a:rPr sz="500" spc="315" dirty="0">
                <a:latin typeface="Gadugi" panose="020B0502040204020203"/>
                <a:cs typeface="Gadugi" panose="020B0502040204020203"/>
              </a:rPr>
              <a:t> 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30</a:t>
            </a:r>
            <a:r>
              <a:rPr sz="500" dirty="0">
                <a:latin typeface="Gadugi" panose="020B0502040204020203"/>
                <a:cs typeface="Gadugi" panose="020B0502040204020203"/>
              </a:rPr>
              <a:t>	</a:t>
            </a:r>
            <a:r>
              <a:rPr sz="500" spc="-50" dirty="0">
                <a:latin typeface="Gadugi" panose="020B0502040204020203"/>
                <a:cs typeface="Gadugi" panose="020B0502040204020203"/>
              </a:rPr>
              <a:t>6</a:t>
            </a:r>
            <a:r>
              <a:rPr sz="500" dirty="0">
                <a:latin typeface="Gadugi" panose="020B0502040204020203"/>
                <a:cs typeface="Gadugi" panose="020B0502040204020203"/>
              </a:rPr>
              <a:t>	13</a:t>
            </a:r>
            <a:r>
              <a:rPr sz="500" spc="310" dirty="0">
                <a:latin typeface="Gadugi" panose="020B0502040204020203"/>
                <a:cs typeface="Gadugi" panose="020B0502040204020203"/>
              </a:rPr>
              <a:t>  </a:t>
            </a:r>
            <a:r>
              <a:rPr sz="500" dirty="0">
                <a:latin typeface="Gadugi" panose="020B0502040204020203"/>
                <a:cs typeface="Gadugi" panose="020B0502040204020203"/>
              </a:rPr>
              <a:t>20</a:t>
            </a:r>
            <a:r>
              <a:rPr sz="500" spc="315" dirty="0">
                <a:latin typeface="Gadugi" panose="020B0502040204020203"/>
                <a:cs typeface="Gadugi" panose="020B0502040204020203"/>
              </a:rPr>
              <a:t> 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27</a:t>
            </a:r>
            <a:r>
              <a:rPr sz="500" dirty="0">
                <a:latin typeface="Gadugi" panose="020B0502040204020203"/>
                <a:cs typeface="Gadugi" panose="020B0502040204020203"/>
              </a:rPr>
              <a:t>	</a:t>
            </a:r>
            <a:r>
              <a:rPr sz="500" spc="-50" dirty="0">
                <a:latin typeface="Gadugi" panose="020B0502040204020203"/>
                <a:cs typeface="Gadugi" panose="020B0502040204020203"/>
              </a:rPr>
              <a:t>4</a:t>
            </a:r>
            <a:r>
              <a:rPr sz="500" dirty="0">
                <a:latin typeface="Gadugi" panose="020B0502040204020203"/>
                <a:cs typeface="Gadugi" panose="020B0502040204020203"/>
              </a:rPr>
              <a:t>	11</a:t>
            </a:r>
            <a:r>
              <a:rPr sz="500" spc="315" dirty="0">
                <a:latin typeface="Gadugi" panose="020B0502040204020203"/>
                <a:cs typeface="Gadugi" panose="020B0502040204020203"/>
              </a:rPr>
              <a:t>  </a:t>
            </a:r>
            <a:r>
              <a:rPr sz="500" dirty="0">
                <a:latin typeface="Gadugi" panose="020B0502040204020203"/>
                <a:cs typeface="Gadugi" panose="020B0502040204020203"/>
              </a:rPr>
              <a:t>18</a:t>
            </a:r>
            <a:r>
              <a:rPr sz="500" spc="310" dirty="0">
                <a:latin typeface="Gadugi" panose="020B0502040204020203"/>
                <a:cs typeface="Gadugi" panose="020B0502040204020203"/>
              </a:rPr>
              <a:t> 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25</a:t>
            </a:r>
            <a:r>
              <a:rPr sz="500" dirty="0">
                <a:latin typeface="Gadugi" panose="020B0502040204020203"/>
                <a:cs typeface="Gadugi" panose="020B0502040204020203"/>
              </a:rPr>
              <a:t>	</a:t>
            </a:r>
            <a:r>
              <a:rPr sz="500" spc="-50" dirty="0">
                <a:latin typeface="Gadugi" panose="020B0502040204020203"/>
                <a:cs typeface="Gadugi" panose="020B0502040204020203"/>
              </a:rPr>
              <a:t>1</a:t>
            </a:r>
            <a:endParaRPr sz="500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69" name="object 369"/>
          <p:cNvSpPr/>
          <p:nvPr/>
        </p:nvSpPr>
        <p:spPr>
          <a:xfrm>
            <a:off x="9185353" y="441882"/>
            <a:ext cx="0" cy="85221"/>
          </a:xfrm>
          <a:custGeom>
            <a:avLst/>
            <a:gdLst/>
            <a:ahLst/>
            <a:cxnLst/>
            <a:rect l="l" t="t" r="r" b="b"/>
            <a:pathLst>
              <a:path h="93979">
                <a:moveTo>
                  <a:pt x="0" y="0"/>
                </a:moveTo>
                <a:lnTo>
                  <a:pt x="0" y="93725"/>
                </a:lnTo>
              </a:path>
            </a:pathLst>
          </a:custGeom>
          <a:ln w="3175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370" name="object 370"/>
          <p:cNvSpPr txBox="1"/>
          <p:nvPr/>
        </p:nvSpPr>
        <p:spPr>
          <a:xfrm>
            <a:off x="9196324" y="442689"/>
            <a:ext cx="244147" cy="88900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500" dirty="0">
                <a:latin typeface="Gadugi" panose="020B0502040204020203"/>
                <a:cs typeface="Gadugi" panose="020B0502040204020203"/>
              </a:rPr>
              <a:t>May</a:t>
            </a:r>
            <a:r>
              <a:rPr sz="500" spc="-5" dirty="0">
                <a:latin typeface="Gadugi" panose="020B0502040204020203"/>
                <a:cs typeface="Gadugi" panose="020B0502040204020203"/>
              </a:rPr>
              <a:t>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'25</a:t>
            </a:r>
            <a:endParaRPr sz="500">
              <a:latin typeface="Gadugi" panose="020B0502040204020203"/>
              <a:cs typeface="Gadugi" panose="020B0502040204020203"/>
            </a:endParaRPr>
          </a:p>
        </p:txBody>
      </p:sp>
      <p:sp>
        <p:nvSpPr>
          <p:cNvPr id="371" name="object 371"/>
          <p:cNvSpPr/>
          <p:nvPr/>
        </p:nvSpPr>
        <p:spPr>
          <a:xfrm>
            <a:off x="9972728" y="441882"/>
            <a:ext cx="0" cy="85221"/>
          </a:xfrm>
          <a:custGeom>
            <a:avLst/>
            <a:gdLst/>
            <a:ahLst/>
            <a:cxnLst/>
            <a:rect l="l" t="t" r="r" b="b"/>
            <a:pathLst>
              <a:path h="93979">
                <a:moveTo>
                  <a:pt x="0" y="0"/>
                </a:moveTo>
                <a:lnTo>
                  <a:pt x="0" y="93725"/>
                </a:lnTo>
              </a:path>
            </a:pathLst>
          </a:custGeom>
          <a:ln w="3175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 sz="1630"/>
          </a:p>
        </p:txBody>
      </p:sp>
      <p:sp>
        <p:nvSpPr>
          <p:cNvPr id="372" name="object 372"/>
          <p:cNvSpPr txBox="1"/>
          <p:nvPr/>
        </p:nvSpPr>
        <p:spPr>
          <a:xfrm>
            <a:off x="9984042" y="442689"/>
            <a:ext cx="219963" cy="88900"/>
          </a:xfrm>
          <a:prstGeom prst="rect">
            <a:avLst/>
          </a:prstGeom>
        </p:spPr>
        <p:txBody>
          <a:bodyPr vert="horz" wrap="square" lIns="0" tIns="12092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500" dirty="0">
                <a:latin typeface="Gadugi" panose="020B0502040204020203"/>
                <a:cs typeface="Gadugi" panose="020B0502040204020203"/>
              </a:rPr>
              <a:t>Jun</a:t>
            </a:r>
            <a:r>
              <a:rPr sz="500" spc="-5" dirty="0">
                <a:latin typeface="Gadugi" panose="020B0502040204020203"/>
                <a:cs typeface="Gadugi" panose="020B0502040204020203"/>
              </a:rPr>
              <a:t> </a:t>
            </a:r>
            <a:r>
              <a:rPr sz="500" spc="-25" dirty="0">
                <a:latin typeface="Gadugi" panose="020B0502040204020203"/>
                <a:cs typeface="Gadugi" panose="020B0502040204020203"/>
              </a:rPr>
              <a:t>'25</a:t>
            </a:r>
            <a:endParaRPr sz="500">
              <a:latin typeface="Gadugi" panose="020B0502040204020203"/>
              <a:cs typeface="Gadugi" panose="020B0502040204020203"/>
            </a:endParaRPr>
          </a:p>
        </p:txBody>
      </p:sp>
      <p:grpSp>
        <p:nvGrpSpPr>
          <p:cNvPr id="373" name="object 373"/>
          <p:cNvGrpSpPr/>
          <p:nvPr/>
        </p:nvGrpSpPr>
        <p:grpSpPr>
          <a:xfrm>
            <a:off x="3574087" y="414618"/>
            <a:ext cx="6952434" cy="5267013"/>
            <a:chOff x="2565590" y="457231"/>
            <a:chExt cx="7666990" cy="5808345"/>
          </a:xfrm>
        </p:grpSpPr>
        <p:sp>
          <p:nvSpPr>
            <p:cNvPr id="374" name="object 374"/>
            <p:cNvSpPr/>
            <p:nvPr/>
          </p:nvSpPr>
          <p:spPr>
            <a:xfrm>
              <a:off x="2567177" y="674846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375" name="object 375"/>
            <p:cNvSpPr/>
            <p:nvPr/>
          </p:nvSpPr>
          <p:spPr>
            <a:xfrm>
              <a:off x="2567177" y="6263545"/>
              <a:ext cx="7663815" cy="0"/>
            </a:xfrm>
            <a:custGeom>
              <a:avLst/>
              <a:gdLst/>
              <a:ahLst/>
              <a:cxnLst/>
              <a:rect l="l" t="t" r="r" b="b"/>
              <a:pathLst>
                <a:path w="7663815">
                  <a:moveTo>
                    <a:pt x="0" y="0"/>
                  </a:moveTo>
                  <a:lnTo>
                    <a:pt x="7663719" y="0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376" name="object 376"/>
            <p:cNvSpPr/>
            <p:nvPr/>
          </p:nvSpPr>
          <p:spPr>
            <a:xfrm>
              <a:off x="2567177" y="458819"/>
              <a:ext cx="0" cy="5805170"/>
            </a:xfrm>
            <a:custGeom>
              <a:avLst/>
              <a:gdLst/>
              <a:ahLst/>
              <a:cxnLst/>
              <a:rect l="l" t="t" r="r" b="b"/>
              <a:pathLst>
                <a:path h="5805170">
                  <a:moveTo>
                    <a:pt x="0" y="0"/>
                  </a:moveTo>
                  <a:lnTo>
                    <a:pt x="0" y="5804725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  <p:sp>
          <p:nvSpPr>
            <p:cNvPr id="377" name="object 377"/>
            <p:cNvSpPr/>
            <p:nvPr/>
          </p:nvSpPr>
          <p:spPr>
            <a:xfrm>
              <a:off x="10230897" y="458819"/>
              <a:ext cx="0" cy="5805170"/>
            </a:xfrm>
            <a:custGeom>
              <a:avLst/>
              <a:gdLst/>
              <a:ahLst/>
              <a:cxnLst/>
              <a:rect l="l" t="t" r="r" b="b"/>
              <a:pathLst>
                <a:path h="5805170">
                  <a:moveTo>
                    <a:pt x="0" y="0"/>
                  </a:moveTo>
                  <a:lnTo>
                    <a:pt x="0" y="5804725"/>
                  </a:lnTo>
                </a:path>
              </a:pathLst>
            </a:custGeom>
            <a:ln w="3175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 sz="1630"/>
            </a:p>
          </p:txBody>
        </p:sp>
      </p:grpSp>
      <p:sp>
        <p:nvSpPr>
          <p:cNvPr id="471" name="object 471"/>
          <p:cNvSpPr/>
          <p:nvPr/>
        </p:nvSpPr>
        <p:spPr>
          <a:xfrm>
            <a:off x="1673713" y="384647"/>
            <a:ext cx="8862425" cy="5295228"/>
          </a:xfrm>
          <a:custGeom>
            <a:avLst/>
            <a:gdLst/>
            <a:ahLst/>
            <a:cxnLst/>
            <a:rect l="l" t="t" r="r" b="b"/>
            <a:pathLst>
              <a:path w="9773285" h="6642100">
                <a:moveTo>
                  <a:pt x="0" y="0"/>
                </a:moveTo>
                <a:lnTo>
                  <a:pt x="9773221" y="0"/>
                </a:lnTo>
              </a:path>
              <a:path w="9773285" h="6642100">
                <a:moveTo>
                  <a:pt x="9773221" y="0"/>
                </a:moveTo>
                <a:lnTo>
                  <a:pt x="9773221" y="6641496"/>
                </a:lnTo>
              </a:path>
              <a:path w="9773285" h="6642100">
                <a:moveTo>
                  <a:pt x="9773221" y="6641496"/>
                </a:moveTo>
                <a:lnTo>
                  <a:pt x="0" y="6641496"/>
                </a:lnTo>
              </a:path>
              <a:path w="9773285" h="6642100">
                <a:moveTo>
                  <a:pt x="0" y="6641496"/>
                </a:moveTo>
                <a:lnTo>
                  <a:pt x="0" y="0"/>
                </a:lnTo>
              </a:path>
            </a:pathLst>
          </a:custGeom>
          <a:ln w="4762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 sz="163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0"/>
    </mc:Choice>
    <mc:Fallback>
      <p:transition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932</Words>
  <Application>WPS Presentation</Application>
  <PresentationFormat>Widescreen</PresentationFormat>
  <Paragraphs>162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SimSun</vt:lpstr>
      <vt:lpstr>Wingdings</vt:lpstr>
      <vt:lpstr>Gadugi</vt:lpstr>
      <vt:lpstr>Calibri</vt:lpstr>
      <vt:lpstr>Microsoft YaHei</vt:lpstr>
      <vt:lpstr>Arial Unicode MS</vt:lpstr>
      <vt:lpstr>Calibri Light</vt:lpstr>
      <vt:lpstr>Calibri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/>
  <cp:lastModifiedBy>Ahmed Nageh</cp:lastModifiedBy>
  <cp:revision>2</cp:revision>
  <dcterms:created xsi:type="dcterms:W3CDTF">2025-01-09T19:05:00Z</dcterms:created>
  <dcterms:modified xsi:type="dcterms:W3CDTF">2025-01-09T19:40:04Z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459D6FEA772D4779957E5D5680ED449E_12</vt:lpwstr>
  </property>
  <property fmtid="{D5CDD505-2E9C-101B-9397-08002B2CF9AE}" pid="3" name="KSOProductBuildVer">
    <vt:lpwstr>2057-12.2.0.18639</vt:lpwstr>
  </property>
</Properties>
</file>