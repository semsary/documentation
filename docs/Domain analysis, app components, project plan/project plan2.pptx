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79876" y="2657856"/>
            <a:ext cx="32384" cy="30480"/>
          </a:xfrm>
          <a:custGeom>
            <a:avLst/>
            <a:gdLst/>
            <a:ahLst/>
            <a:cxnLst/>
            <a:rect l="l" t="t" r="r" b="b"/>
            <a:pathLst>
              <a:path w="32385" h="30480">
                <a:moveTo>
                  <a:pt x="32004" y="30479"/>
                </a:moveTo>
                <a:lnTo>
                  <a:pt x="0" y="30479"/>
                </a:lnTo>
                <a:lnTo>
                  <a:pt x="0" y="0"/>
                </a:lnTo>
                <a:lnTo>
                  <a:pt x="32004" y="0"/>
                </a:lnTo>
                <a:lnTo>
                  <a:pt x="32004" y="30479"/>
                </a:lnTo>
                <a:close/>
              </a:path>
            </a:pathLst>
          </a:custGeom>
          <a:ln w="6096">
            <a:solidFill>
              <a:srgbClr val="BCBCB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11880" y="3531108"/>
            <a:ext cx="4789932" cy="126187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128260" y="3550919"/>
            <a:ext cx="2182495" cy="1247140"/>
          </a:xfrm>
          <a:custGeom>
            <a:avLst/>
            <a:gdLst/>
            <a:ahLst/>
            <a:cxnLst/>
            <a:rect l="l" t="t" r="r" b="b"/>
            <a:pathLst>
              <a:path w="2182495" h="1247139">
                <a:moveTo>
                  <a:pt x="0" y="0"/>
                </a:moveTo>
                <a:lnTo>
                  <a:pt x="0" y="1246632"/>
                </a:lnTo>
              </a:path>
              <a:path w="2182495" h="1247139">
                <a:moveTo>
                  <a:pt x="1091183" y="0"/>
                </a:moveTo>
                <a:lnTo>
                  <a:pt x="1091183" y="1246632"/>
                </a:lnTo>
              </a:path>
              <a:path w="2182495" h="1247139">
                <a:moveTo>
                  <a:pt x="2182367" y="0"/>
                </a:moveTo>
                <a:lnTo>
                  <a:pt x="2182367" y="1246632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607308" y="3741419"/>
            <a:ext cx="4799330" cy="0"/>
          </a:xfrm>
          <a:custGeom>
            <a:avLst/>
            <a:gdLst/>
            <a:ahLst/>
            <a:cxnLst/>
            <a:rect l="l" t="t" r="r" b="b"/>
            <a:pathLst>
              <a:path w="4799330">
                <a:moveTo>
                  <a:pt x="0" y="0"/>
                </a:moveTo>
                <a:lnTo>
                  <a:pt x="4799075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607308" y="3951732"/>
            <a:ext cx="4799330" cy="631190"/>
          </a:xfrm>
          <a:custGeom>
            <a:avLst/>
            <a:gdLst/>
            <a:ahLst/>
            <a:cxnLst/>
            <a:rect l="l" t="t" r="r" b="b"/>
            <a:pathLst>
              <a:path w="4799330" h="631189">
                <a:moveTo>
                  <a:pt x="0" y="0"/>
                </a:moveTo>
                <a:lnTo>
                  <a:pt x="4799075" y="0"/>
                </a:lnTo>
              </a:path>
              <a:path w="4799330" h="631189">
                <a:moveTo>
                  <a:pt x="0" y="210311"/>
                </a:moveTo>
                <a:lnTo>
                  <a:pt x="4799075" y="210311"/>
                </a:lnTo>
              </a:path>
              <a:path w="4799330" h="631189">
                <a:moveTo>
                  <a:pt x="0" y="420624"/>
                </a:moveTo>
                <a:lnTo>
                  <a:pt x="4799075" y="420624"/>
                </a:lnTo>
              </a:path>
              <a:path w="4799330" h="631189">
                <a:moveTo>
                  <a:pt x="0" y="630935"/>
                </a:moveTo>
                <a:lnTo>
                  <a:pt x="4799075" y="630935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11880" y="3550919"/>
            <a:ext cx="0" cy="1247140"/>
          </a:xfrm>
          <a:custGeom>
            <a:avLst/>
            <a:gdLst/>
            <a:ahLst/>
            <a:cxnLst/>
            <a:rect l="l" t="t" r="r" b="b"/>
            <a:pathLst>
              <a:path h="1247139">
                <a:moveTo>
                  <a:pt x="0" y="0"/>
                </a:moveTo>
                <a:lnTo>
                  <a:pt x="0" y="1246632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401812" y="3526535"/>
            <a:ext cx="0" cy="1271270"/>
          </a:xfrm>
          <a:custGeom>
            <a:avLst/>
            <a:gdLst/>
            <a:ahLst/>
            <a:cxnLst/>
            <a:rect l="l" t="t" r="r" b="b"/>
            <a:pathLst>
              <a:path h="1271270">
                <a:moveTo>
                  <a:pt x="0" y="0"/>
                </a:moveTo>
                <a:lnTo>
                  <a:pt x="0" y="1271016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392667" y="3531108"/>
            <a:ext cx="13970" cy="0"/>
          </a:xfrm>
          <a:custGeom>
            <a:avLst/>
            <a:gdLst/>
            <a:ahLst/>
            <a:cxnLst/>
            <a:rect l="l" t="t" r="r" b="b"/>
            <a:pathLst>
              <a:path w="13970">
                <a:moveTo>
                  <a:pt x="0" y="0"/>
                </a:moveTo>
                <a:lnTo>
                  <a:pt x="13716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8438" y="3478813"/>
            <a:ext cx="690880" cy="128905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Start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45000"/>
              </a:lnSpc>
            </a:pPr>
            <a:r>
              <a:rPr sz="950" dirty="0">
                <a:latin typeface="Calibri" panose="020F0502020204030204"/>
                <a:cs typeface="Calibri" panose="020F0502020204030204"/>
              </a:rPr>
              <a:t>Tue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10/1/24 </a:t>
            </a:r>
            <a:r>
              <a:rPr sz="950" dirty="0">
                <a:latin typeface="Calibri" panose="020F0502020204030204"/>
                <a:cs typeface="Calibri" panose="020F0502020204030204"/>
              </a:rPr>
              <a:t>Thu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11/7/24 </a:t>
            </a:r>
            <a:r>
              <a:rPr sz="950" dirty="0">
                <a:latin typeface="Calibri" panose="020F0502020204030204"/>
                <a:cs typeface="Calibri" panose="020F0502020204030204"/>
              </a:rPr>
              <a:t>Fri</a:t>
            </a:r>
            <a:r>
              <a:rPr sz="95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12/13/24 </a:t>
            </a:r>
            <a:r>
              <a:rPr sz="950" dirty="0">
                <a:latin typeface="Calibri" panose="020F0502020204030204"/>
                <a:cs typeface="Calibri" panose="020F0502020204030204"/>
              </a:rPr>
              <a:t>Wed</a:t>
            </a:r>
            <a:r>
              <a:rPr sz="9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1/22/25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Tue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5/27/25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69636" y="3478813"/>
            <a:ext cx="705485" cy="128905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Finish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45000"/>
              </a:lnSpc>
            </a:pPr>
            <a:r>
              <a:rPr sz="950" dirty="0">
                <a:latin typeface="Calibri" panose="020F0502020204030204"/>
                <a:cs typeface="Calibri" panose="020F0502020204030204"/>
              </a:rPr>
              <a:t>Wed</a:t>
            </a:r>
            <a:r>
              <a:rPr sz="9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11/6/24 </a:t>
            </a:r>
            <a:r>
              <a:rPr sz="950" dirty="0">
                <a:latin typeface="Calibri" panose="020F0502020204030204"/>
                <a:cs typeface="Calibri" panose="020F0502020204030204"/>
              </a:rPr>
              <a:t>Thu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12/12/24 </a:t>
            </a:r>
            <a:r>
              <a:rPr sz="950" dirty="0">
                <a:latin typeface="Calibri" panose="020F0502020204030204"/>
                <a:cs typeface="Calibri" panose="020F0502020204030204"/>
              </a:rPr>
              <a:t>Tue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1/21/25 </a:t>
            </a:r>
            <a:r>
              <a:rPr sz="950" dirty="0">
                <a:latin typeface="Calibri" panose="020F0502020204030204"/>
                <a:cs typeface="Calibri" panose="020F0502020204030204"/>
              </a:rPr>
              <a:t>Mon</a:t>
            </a:r>
            <a:r>
              <a:rPr sz="9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5/26/25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Fri</a:t>
            </a:r>
            <a:r>
              <a:rPr sz="95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6/13/25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0834" y="3478813"/>
            <a:ext cx="474980" cy="128905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Duration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27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days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26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days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28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days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89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days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14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days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05212" y="3034347"/>
            <a:ext cx="4808855" cy="517525"/>
            <a:chOff x="3591877" y="3043237"/>
            <a:chExt cx="4808855" cy="517525"/>
          </a:xfrm>
        </p:grpSpPr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01211" y="3052572"/>
              <a:ext cx="4791456" cy="4983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96640" y="3289554"/>
              <a:ext cx="4799330" cy="26034"/>
            </a:xfrm>
            <a:custGeom>
              <a:avLst/>
              <a:gdLst/>
              <a:ahLst/>
              <a:cxnLst/>
              <a:rect l="l" t="t" r="r" b="b"/>
              <a:pathLst>
                <a:path w="4799330" h="26035">
                  <a:moveTo>
                    <a:pt x="0" y="0"/>
                  </a:moveTo>
                  <a:lnTo>
                    <a:pt x="4799075" y="0"/>
                  </a:lnTo>
                  <a:lnTo>
                    <a:pt x="4799075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96640" y="3048000"/>
              <a:ext cx="4799330" cy="508000"/>
            </a:xfrm>
            <a:custGeom>
              <a:avLst/>
              <a:gdLst/>
              <a:ahLst/>
              <a:cxnLst/>
              <a:rect l="l" t="t" r="r" b="b"/>
              <a:pathLst>
                <a:path w="4799330" h="508000">
                  <a:moveTo>
                    <a:pt x="4571" y="0"/>
                  </a:moveTo>
                  <a:lnTo>
                    <a:pt x="4571" y="507491"/>
                  </a:lnTo>
                </a:path>
                <a:path w="4799330" h="508000">
                  <a:moveTo>
                    <a:pt x="4796027" y="0"/>
                  </a:moveTo>
                  <a:lnTo>
                    <a:pt x="4796027" y="507491"/>
                  </a:lnTo>
                </a:path>
                <a:path w="4799330" h="508000">
                  <a:moveTo>
                    <a:pt x="0" y="4572"/>
                  </a:moveTo>
                  <a:lnTo>
                    <a:pt x="4799075" y="4572"/>
                  </a:lnTo>
                </a:path>
                <a:path w="4799330" h="508000">
                  <a:moveTo>
                    <a:pt x="0" y="502919"/>
                  </a:moveTo>
                  <a:lnTo>
                    <a:pt x="4799075" y="502919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651019" y="3065819"/>
            <a:ext cx="2730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Start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51019" y="3231949"/>
            <a:ext cx="1401445" cy="153606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2860" marR="605790" indent="-10795">
              <a:lnSpc>
                <a:spcPct val="150000"/>
              </a:lnSpc>
              <a:spcBef>
                <a:spcPts val="190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Tue</a:t>
            </a:r>
            <a:r>
              <a:rPr sz="9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10/1/24 </a:t>
            </a:r>
            <a:r>
              <a:rPr sz="95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Name</a:t>
            </a:r>
            <a:r>
              <a:rPr sz="950" b="1" spc="5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latin typeface="Calibri" panose="020F0502020204030204"/>
                <a:cs typeface="Calibri" panose="020F0502020204030204"/>
              </a:rPr>
              <a:t>Initiation</a:t>
            </a:r>
            <a:r>
              <a:rPr sz="95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Phase </a:t>
            </a:r>
            <a:r>
              <a:rPr sz="950" dirty="0">
                <a:latin typeface="Calibri" panose="020F0502020204030204"/>
                <a:cs typeface="Calibri" panose="020F0502020204030204"/>
              </a:rPr>
              <a:t>Planning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Phase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22860" marR="383540">
              <a:lnSpc>
                <a:spcPct val="145000"/>
              </a:lnSpc>
            </a:pPr>
            <a:r>
              <a:rPr sz="950" dirty="0">
                <a:latin typeface="Calibri" panose="020F0502020204030204"/>
                <a:cs typeface="Calibri" panose="020F0502020204030204"/>
              </a:rPr>
              <a:t>Designing</a:t>
            </a:r>
            <a:r>
              <a:rPr sz="9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Phase </a:t>
            </a:r>
            <a:r>
              <a:rPr sz="950" dirty="0">
                <a:latin typeface="Calibri" panose="020F0502020204030204"/>
                <a:cs typeface="Calibri" panose="020F0502020204030204"/>
              </a:rPr>
              <a:t>Development</a:t>
            </a:r>
            <a:r>
              <a:rPr sz="9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20" dirty="0">
                <a:latin typeface="Calibri" panose="020F0502020204030204"/>
                <a:cs typeface="Calibri" panose="020F0502020204030204"/>
              </a:rPr>
              <a:t>Phase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22860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Deployment</a:t>
            </a:r>
            <a:r>
              <a:rPr sz="9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dirty="0">
                <a:latin typeface="Calibri" panose="020F0502020204030204"/>
                <a:cs typeface="Calibri" panose="020F0502020204030204"/>
              </a:rPr>
              <a:t>and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Evaluation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09974" y="4788408"/>
            <a:ext cx="4802505" cy="447040"/>
            <a:chOff x="3604259" y="4788408"/>
            <a:chExt cx="4802505" cy="44704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7307" y="4788408"/>
              <a:ext cx="4799075" cy="4419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04259" y="5020055"/>
              <a:ext cx="4791710" cy="0"/>
            </a:xfrm>
            <a:custGeom>
              <a:avLst/>
              <a:gdLst/>
              <a:ahLst/>
              <a:cxnLst/>
              <a:rect l="l" t="t" r="r" b="b"/>
              <a:pathLst>
                <a:path w="4791709">
                  <a:moveTo>
                    <a:pt x="0" y="0"/>
                  </a:moveTo>
                  <a:lnTo>
                    <a:pt x="4791456" y="0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04259" y="4799075"/>
              <a:ext cx="4791710" cy="436245"/>
            </a:xfrm>
            <a:custGeom>
              <a:avLst/>
              <a:gdLst/>
              <a:ahLst/>
              <a:cxnLst/>
              <a:rect l="l" t="t" r="r" b="b"/>
              <a:pathLst>
                <a:path w="4791709" h="436245">
                  <a:moveTo>
                    <a:pt x="4572" y="0"/>
                  </a:moveTo>
                  <a:lnTo>
                    <a:pt x="4572" y="435863"/>
                  </a:lnTo>
                </a:path>
                <a:path w="4791709" h="436245">
                  <a:moveTo>
                    <a:pt x="4788408" y="0"/>
                  </a:moveTo>
                  <a:lnTo>
                    <a:pt x="4788408" y="435863"/>
                  </a:lnTo>
                </a:path>
                <a:path w="4791709" h="436245">
                  <a:moveTo>
                    <a:pt x="0" y="4572"/>
                  </a:moveTo>
                  <a:lnTo>
                    <a:pt x="4791456" y="4572"/>
                  </a:lnTo>
                </a:path>
                <a:path w="4791709" h="436245">
                  <a:moveTo>
                    <a:pt x="0" y="431291"/>
                  </a:moveTo>
                  <a:lnTo>
                    <a:pt x="4791456" y="431291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658870" y="4748530"/>
            <a:ext cx="809625" cy="44513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lang="en-GB" altLang="" sz="95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Expected Finish</a:t>
            </a:r>
            <a:endParaRPr sz="9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50" dirty="0">
                <a:latin typeface="Calibri" panose="020F0502020204030204"/>
                <a:cs typeface="Calibri" panose="020F0502020204030204"/>
              </a:rPr>
              <a:t>Fri</a:t>
            </a:r>
            <a:r>
              <a:rPr sz="95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6/1</a:t>
            </a:r>
            <a:r>
              <a:rPr lang="en-GB" altLang="" sz="950" spc="-10" dirty="0">
                <a:latin typeface="Calibri" panose="020F0502020204030204"/>
                <a:cs typeface="Calibri" panose="020F0502020204030204"/>
              </a:rPr>
              <a:t>4</a:t>
            </a:r>
            <a:r>
              <a:rPr sz="950" spc="-10" dirty="0">
                <a:latin typeface="Calibri" panose="020F0502020204030204"/>
                <a:cs typeface="Calibri" panose="020F0502020204030204"/>
              </a:rPr>
              <a:t>/25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0079" y="687324"/>
            <a:ext cx="8773795" cy="6396355"/>
          </a:xfrm>
          <a:custGeom>
            <a:avLst/>
            <a:gdLst/>
            <a:ahLst/>
            <a:cxnLst/>
            <a:rect l="l" t="t" r="r" b="b"/>
            <a:pathLst>
              <a:path w="8773795" h="6396355">
                <a:moveTo>
                  <a:pt x="0" y="0"/>
                </a:moveTo>
                <a:lnTo>
                  <a:pt x="8773668" y="0"/>
                </a:lnTo>
              </a:path>
              <a:path w="8773795" h="6396355">
                <a:moveTo>
                  <a:pt x="8773668" y="0"/>
                </a:moveTo>
                <a:lnTo>
                  <a:pt x="8773668" y="6396227"/>
                </a:lnTo>
              </a:path>
              <a:path w="8773795" h="6396355">
                <a:moveTo>
                  <a:pt x="8773668" y="6396227"/>
                </a:moveTo>
                <a:lnTo>
                  <a:pt x="0" y="6396227"/>
                </a:lnTo>
              </a:path>
              <a:path w="8773795" h="6396355">
                <a:moveTo>
                  <a:pt x="0" y="6396227"/>
                </a:moveTo>
                <a:lnTo>
                  <a:pt x="0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WPS Presentation</Application>
  <PresentationFormat>On-screen Show (4:3)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- najeh.mpp</dc:title>
  <dc:creator/>
  <cp:lastModifiedBy>Ahmed Nageh</cp:lastModifiedBy>
  <cp:revision>1</cp:revision>
  <dcterms:created xsi:type="dcterms:W3CDTF">2025-01-18T08:49:09Z</dcterms:created>
  <dcterms:modified xsi:type="dcterms:W3CDTF">2025-01-18T08:49:09Z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2025-01-18T02:00:00Z</vt:filetime>
  </property>
  <property fmtid="{D5CDD505-2E9C-101B-9397-08002B2CF9AE}" pid="3" name="LastSaved">
    <vt:filetime>2025-01-18T02:00:00Z</vt:filetime>
  </property>
  <property fmtid="{D5CDD505-2E9C-101B-9397-08002B2CF9AE}" pid="4" name="Producer">
    <vt:lpwstr>Microsoft: Print To PDF</vt:lpwstr>
  </property>
  <property fmtid="{D5CDD505-2E9C-101B-9397-08002B2CF9AE}" pid="5" name="ICV">
    <vt:lpwstr>74AD8211F5F346F0AEC8A651925AB63F_12</vt:lpwstr>
  </property>
  <property fmtid="{D5CDD505-2E9C-101B-9397-08002B2CF9AE}" pid="6" name="KSOProductBuildVer">
    <vt:lpwstr>2057-12.2.0.19821</vt:lpwstr>
  </property>
</Properties>
</file>